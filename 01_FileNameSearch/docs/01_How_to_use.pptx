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62" r:id="rId5"/>
    <p:sldId id="258" r:id="rId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1116"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A42761-D11D-2BB3-44E9-B08DFD33BAA4}"/>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AE9A7D4-ABF9-8559-B29B-CBE6DEC480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455E386C-2881-F625-34D1-40589C074D3F}"/>
              </a:ext>
            </a:extLst>
          </p:cNvPr>
          <p:cNvSpPr>
            <a:spLocks noGrp="1"/>
          </p:cNvSpPr>
          <p:nvPr>
            <p:ph type="dt" sz="half" idx="10"/>
          </p:nvPr>
        </p:nvSpPr>
        <p:spPr/>
        <p:txBody>
          <a:bodyPr/>
          <a:lstStyle/>
          <a:p>
            <a:fld id="{0642DC08-93B6-4BA7-B72B-9701C000E1D5}" type="datetimeFigureOut">
              <a:rPr kumimoji="1" lang="ja-JP" altLang="en-US" smtClean="0"/>
              <a:t>2026/1/15</a:t>
            </a:fld>
            <a:endParaRPr kumimoji="1" lang="ja-JP" altLang="en-US"/>
          </a:p>
        </p:txBody>
      </p:sp>
      <p:sp>
        <p:nvSpPr>
          <p:cNvPr id="5" name="フッター プレースホルダー 4">
            <a:extLst>
              <a:ext uri="{FF2B5EF4-FFF2-40B4-BE49-F238E27FC236}">
                <a16:creationId xmlns:a16="http://schemas.microsoft.com/office/drawing/2014/main" id="{F1A80319-B4AE-D179-AFEB-34AD66DD12D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80772DD-30A0-3D95-B654-F6414D77A325}"/>
              </a:ext>
            </a:extLst>
          </p:cNvPr>
          <p:cNvSpPr>
            <a:spLocks noGrp="1"/>
          </p:cNvSpPr>
          <p:nvPr>
            <p:ph type="sldNum" sz="quarter" idx="12"/>
          </p:nvPr>
        </p:nvSpPr>
        <p:spPr/>
        <p:txBody>
          <a:bodyPr/>
          <a:lstStyle/>
          <a:p>
            <a:fld id="{985052FC-8AC5-4006-B52E-1863E331CDEB}" type="slidenum">
              <a:rPr kumimoji="1" lang="ja-JP" altLang="en-US" smtClean="0"/>
              <a:t>‹#›</a:t>
            </a:fld>
            <a:endParaRPr kumimoji="1" lang="ja-JP" altLang="en-US"/>
          </a:p>
        </p:txBody>
      </p:sp>
    </p:spTree>
    <p:extLst>
      <p:ext uri="{BB962C8B-B14F-4D97-AF65-F5344CB8AC3E}">
        <p14:creationId xmlns:p14="http://schemas.microsoft.com/office/powerpoint/2010/main" val="461175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3EB935-C354-0609-4704-F70215DDDC5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ACF1D24-4FF1-5ADA-09EF-39B934F8EEB5}"/>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D66F14B-2CAD-774C-32C3-FCF38AD82D82}"/>
              </a:ext>
            </a:extLst>
          </p:cNvPr>
          <p:cNvSpPr>
            <a:spLocks noGrp="1"/>
          </p:cNvSpPr>
          <p:nvPr>
            <p:ph type="dt" sz="half" idx="10"/>
          </p:nvPr>
        </p:nvSpPr>
        <p:spPr/>
        <p:txBody>
          <a:bodyPr/>
          <a:lstStyle/>
          <a:p>
            <a:fld id="{0642DC08-93B6-4BA7-B72B-9701C000E1D5}" type="datetimeFigureOut">
              <a:rPr kumimoji="1" lang="ja-JP" altLang="en-US" smtClean="0"/>
              <a:t>2026/1/15</a:t>
            </a:fld>
            <a:endParaRPr kumimoji="1" lang="ja-JP" altLang="en-US"/>
          </a:p>
        </p:txBody>
      </p:sp>
      <p:sp>
        <p:nvSpPr>
          <p:cNvPr id="5" name="フッター プレースホルダー 4">
            <a:extLst>
              <a:ext uri="{FF2B5EF4-FFF2-40B4-BE49-F238E27FC236}">
                <a16:creationId xmlns:a16="http://schemas.microsoft.com/office/drawing/2014/main" id="{0A0DAE8A-10D7-45AA-4A28-648EA962E4C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F030293-8B6F-C19A-FCCF-E13BAF3802BB}"/>
              </a:ext>
            </a:extLst>
          </p:cNvPr>
          <p:cNvSpPr>
            <a:spLocks noGrp="1"/>
          </p:cNvSpPr>
          <p:nvPr>
            <p:ph type="sldNum" sz="quarter" idx="12"/>
          </p:nvPr>
        </p:nvSpPr>
        <p:spPr/>
        <p:txBody>
          <a:bodyPr/>
          <a:lstStyle/>
          <a:p>
            <a:fld id="{985052FC-8AC5-4006-B52E-1863E331CDEB}" type="slidenum">
              <a:rPr kumimoji="1" lang="ja-JP" altLang="en-US" smtClean="0"/>
              <a:t>‹#›</a:t>
            </a:fld>
            <a:endParaRPr kumimoji="1" lang="ja-JP" altLang="en-US"/>
          </a:p>
        </p:txBody>
      </p:sp>
    </p:spTree>
    <p:extLst>
      <p:ext uri="{BB962C8B-B14F-4D97-AF65-F5344CB8AC3E}">
        <p14:creationId xmlns:p14="http://schemas.microsoft.com/office/powerpoint/2010/main" val="127687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682F889-571D-51EA-7C44-39D83BB34A76}"/>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48BB103-A006-5FA2-D7D0-1BDA97DBC84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D3D48A3-6F7A-2476-E4AE-31BC772438AA}"/>
              </a:ext>
            </a:extLst>
          </p:cNvPr>
          <p:cNvSpPr>
            <a:spLocks noGrp="1"/>
          </p:cNvSpPr>
          <p:nvPr>
            <p:ph type="dt" sz="half" idx="10"/>
          </p:nvPr>
        </p:nvSpPr>
        <p:spPr/>
        <p:txBody>
          <a:bodyPr/>
          <a:lstStyle/>
          <a:p>
            <a:fld id="{0642DC08-93B6-4BA7-B72B-9701C000E1D5}" type="datetimeFigureOut">
              <a:rPr kumimoji="1" lang="ja-JP" altLang="en-US" smtClean="0"/>
              <a:t>2026/1/15</a:t>
            </a:fld>
            <a:endParaRPr kumimoji="1" lang="ja-JP" altLang="en-US"/>
          </a:p>
        </p:txBody>
      </p:sp>
      <p:sp>
        <p:nvSpPr>
          <p:cNvPr id="5" name="フッター プレースホルダー 4">
            <a:extLst>
              <a:ext uri="{FF2B5EF4-FFF2-40B4-BE49-F238E27FC236}">
                <a16:creationId xmlns:a16="http://schemas.microsoft.com/office/drawing/2014/main" id="{4DA8E0F3-82D6-598D-50D3-B33BC2CA8CC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4E7FC9E-86D9-3DB1-D002-160BE3277A2F}"/>
              </a:ext>
            </a:extLst>
          </p:cNvPr>
          <p:cNvSpPr>
            <a:spLocks noGrp="1"/>
          </p:cNvSpPr>
          <p:nvPr>
            <p:ph type="sldNum" sz="quarter" idx="12"/>
          </p:nvPr>
        </p:nvSpPr>
        <p:spPr/>
        <p:txBody>
          <a:bodyPr/>
          <a:lstStyle/>
          <a:p>
            <a:fld id="{985052FC-8AC5-4006-B52E-1863E331CDEB}" type="slidenum">
              <a:rPr kumimoji="1" lang="ja-JP" altLang="en-US" smtClean="0"/>
              <a:t>‹#›</a:t>
            </a:fld>
            <a:endParaRPr kumimoji="1" lang="ja-JP" altLang="en-US"/>
          </a:p>
        </p:txBody>
      </p:sp>
    </p:spTree>
    <p:extLst>
      <p:ext uri="{BB962C8B-B14F-4D97-AF65-F5344CB8AC3E}">
        <p14:creationId xmlns:p14="http://schemas.microsoft.com/office/powerpoint/2010/main" val="42607957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B2DC866-26CB-D78F-E5EF-4703175A253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FCFE1B8-3FE5-8923-D0BD-017B43490CE5}"/>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68AF939-CB21-BB48-B82E-0C31F94B4D3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6D70068B-FBDC-8FC7-2319-14E73E68D40C}"/>
              </a:ext>
            </a:extLst>
          </p:cNvPr>
          <p:cNvSpPr>
            <a:spLocks noGrp="1"/>
          </p:cNvSpPr>
          <p:nvPr>
            <p:ph type="dt" sz="half" idx="10"/>
          </p:nvPr>
        </p:nvSpPr>
        <p:spPr/>
        <p:txBody>
          <a:bodyPr/>
          <a:lstStyle/>
          <a:p>
            <a:fld id="{0642DC08-93B6-4BA7-B72B-9701C000E1D5}" type="datetimeFigureOut">
              <a:rPr kumimoji="1" lang="ja-JP" altLang="en-US" smtClean="0"/>
              <a:t>2026/1/15</a:t>
            </a:fld>
            <a:endParaRPr kumimoji="1" lang="ja-JP" altLang="en-US"/>
          </a:p>
        </p:txBody>
      </p:sp>
      <p:sp>
        <p:nvSpPr>
          <p:cNvPr id="6" name="フッター プレースホルダー 5">
            <a:extLst>
              <a:ext uri="{FF2B5EF4-FFF2-40B4-BE49-F238E27FC236}">
                <a16:creationId xmlns:a16="http://schemas.microsoft.com/office/drawing/2014/main" id="{533F46FB-2124-0A9B-69D1-DABDDD03C45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3AADC99-C5FD-E510-FEA4-5E834C931C58}"/>
              </a:ext>
            </a:extLst>
          </p:cNvPr>
          <p:cNvSpPr>
            <a:spLocks noGrp="1"/>
          </p:cNvSpPr>
          <p:nvPr>
            <p:ph type="sldNum" sz="quarter" idx="12"/>
          </p:nvPr>
        </p:nvSpPr>
        <p:spPr/>
        <p:txBody>
          <a:bodyPr/>
          <a:lstStyle/>
          <a:p>
            <a:fld id="{985052FC-8AC5-4006-B52E-1863E331CDEB}" type="slidenum">
              <a:rPr kumimoji="1" lang="ja-JP" altLang="en-US" smtClean="0"/>
              <a:t>‹#›</a:t>
            </a:fld>
            <a:endParaRPr kumimoji="1" lang="ja-JP" altLang="en-US"/>
          </a:p>
        </p:txBody>
      </p:sp>
    </p:spTree>
    <p:extLst>
      <p:ext uri="{BB962C8B-B14F-4D97-AF65-F5344CB8AC3E}">
        <p14:creationId xmlns:p14="http://schemas.microsoft.com/office/powerpoint/2010/main" val="8156172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9F9886-7954-3A14-E430-CD0152EECEA8}"/>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644AC5C-E532-5C9D-999A-892A98FF0B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69328C19-30C6-B647-A86B-C2EACA44A6C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0CA4959D-96A8-BCE2-E624-2D87D67A43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A2C316A-F71D-D801-9B70-4777FBA5666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57F48562-BEB3-E0E8-B902-1988615DA596}"/>
              </a:ext>
            </a:extLst>
          </p:cNvPr>
          <p:cNvSpPr>
            <a:spLocks noGrp="1"/>
          </p:cNvSpPr>
          <p:nvPr>
            <p:ph type="dt" sz="half" idx="10"/>
          </p:nvPr>
        </p:nvSpPr>
        <p:spPr/>
        <p:txBody>
          <a:bodyPr/>
          <a:lstStyle/>
          <a:p>
            <a:fld id="{0642DC08-93B6-4BA7-B72B-9701C000E1D5}" type="datetimeFigureOut">
              <a:rPr kumimoji="1" lang="ja-JP" altLang="en-US" smtClean="0"/>
              <a:t>2026/1/15</a:t>
            </a:fld>
            <a:endParaRPr kumimoji="1" lang="ja-JP" altLang="en-US"/>
          </a:p>
        </p:txBody>
      </p:sp>
      <p:sp>
        <p:nvSpPr>
          <p:cNvPr id="8" name="フッター プレースホルダー 7">
            <a:extLst>
              <a:ext uri="{FF2B5EF4-FFF2-40B4-BE49-F238E27FC236}">
                <a16:creationId xmlns:a16="http://schemas.microsoft.com/office/drawing/2014/main" id="{45735BF7-2FC9-B2C5-97AE-4F113AA471A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52B4C12F-DC79-FDD1-6900-7BCBD4A642DE}"/>
              </a:ext>
            </a:extLst>
          </p:cNvPr>
          <p:cNvSpPr>
            <a:spLocks noGrp="1"/>
          </p:cNvSpPr>
          <p:nvPr>
            <p:ph type="sldNum" sz="quarter" idx="12"/>
          </p:nvPr>
        </p:nvSpPr>
        <p:spPr/>
        <p:txBody>
          <a:bodyPr/>
          <a:lstStyle/>
          <a:p>
            <a:fld id="{985052FC-8AC5-4006-B52E-1863E331CDEB}" type="slidenum">
              <a:rPr kumimoji="1" lang="ja-JP" altLang="en-US" smtClean="0"/>
              <a:t>‹#›</a:t>
            </a:fld>
            <a:endParaRPr kumimoji="1" lang="ja-JP" altLang="en-US"/>
          </a:p>
        </p:txBody>
      </p:sp>
    </p:spTree>
    <p:extLst>
      <p:ext uri="{BB962C8B-B14F-4D97-AF65-F5344CB8AC3E}">
        <p14:creationId xmlns:p14="http://schemas.microsoft.com/office/powerpoint/2010/main" val="3334960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A34CC4-EF2E-41F3-0AB2-0D108115BEC4}"/>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9F03054B-8E19-E50B-C0E5-D4C5D94926CB}"/>
              </a:ext>
            </a:extLst>
          </p:cNvPr>
          <p:cNvSpPr>
            <a:spLocks noGrp="1"/>
          </p:cNvSpPr>
          <p:nvPr>
            <p:ph type="dt" sz="half" idx="10"/>
          </p:nvPr>
        </p:nvSpPr>
        <p:spPr/>
        <p:txBody>
          <a:bodyPr/>
          <a:lstStyle/>
          <a:p>
            <a:fld id="{0642DC08-93B6-4BA7-B72B-9701C000E1D5}" type="datetimeFigureOut">
              <a:rPr kumimoji="1" lang="ja-JP" altLang="en-US" smtClean="0"/>
              <a:t>2026/1/15</a:t>
            </a:fld>
            <a:endParaRPr kumimoji="1" lang="ja-JP" altLang="en-US"/>
          </a:p>
        </p:txBody>
      </p:sp>
      <p:sp>
        <p:nvSpPr>
          <p:cNvPr id="4" name="フッター プレースホルダー 3">
            <a:extLst>
              <a:ext uri="{FF2B5EF4-FFF2-40B4-BE49-F238E27FC236}">
                <a16:creationId xmlns:a16="http://schemas.microsoft.com/office/drawing/2014/main" id="{2E13BDA7-AF9F-3B19-024D-EFC3C27E266C}"/>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1E61915-F9C9-E1E3-7703-D1A80AA206FF}"/>
              </a:ext>
            </a:extLst>
          </p:cNvPr>
          <p:cNvSpPr>
            <a:spLocks noGrp="1"/>
          </p:cNvSpPr>
          <p:nvPr>
            <p:ph type="sldNum" sz="quarter" idx="12"/>
          </p:nvPr>
        </p:nvSpPr>
        <p:spPr/>
        <p:txBody>
          <a:bodyPr/>
          <a:lstStyle/>
          <a:p>
            <a:fld id="{985052FC-8AC5-4006-B52E-1863E331CDEB}" type="slidenum">
              <a:rPr kumimoji="1" lang="ja-JP" altLang="en-US" smtClean="0"/>
              <a:t>‹#›</a:t>
            </a:fld>
            <a:endParaRPr kumimoji="1" lang="ja-JP" altLang="en-US"/>
          </a:p>
        </p:txBody>
      </p:sp>
    </p:spTree>
    <p:extLst>
      <p:ext uri="{BB962C8B-B14F-4D97-AF65-F5344CB8AC3E}">
        <p14:creationId xmlns:p14="http://schemas.microsoft.com/office/powerpoint/2010/main" val="97510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CA2A8DA5-D899-4EDB-8AF7-89B47802E76B}"/>
              </a:ext>
            </a:extLst>
          </p:cNvPr>
          <p:cNvSpPr>
            <a:spLocks noGrp="1"/>
          </p:cNvSpPr>
          <p:nvPr>
            <p:ph type="dt" sz="half" idx="10"/>
          </p:nvPr>
        </p:nvSpPr>
        <p:spPr/>
        <p:txBody>
          <a:bodyPr/>
          <a:lstStyle/>
          <a:p>
            <a:fld id="{0642DC08-93B6-4BA7-B72B-9701C000E1D5}" type="datetimeFigureOut">
              <a:rPr kumimoji="1" lang="ja-JP" altLang="en-US" smtClean="0"/>
              <a:t>2026/1/15</a:t>
            </a:fld>
            <a:endParaRPr kumimoji="1" lang="ja-JP" altLang="en-US"/>
          </a:p>
        </p:txBody>
      </p:sp>
      <p:sp>
        <p:nvSpPr>
          <p:cNvPr id="3" name="フッター プレースホルダー 2">
            <a:extLst>
              <a:ext uri="{FF2B5EF4-FFF2-40B4-BE49-F238E27FC236}">
                <a16:creationId xmlns:a16="http://schemas.microsoft.com/office/drawing/2014/main" id="{24712C34-C1E6-D0E2-7D69-B13B4F43235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EF855FE-62A1-CD11-41CF-EEC845CB960A}"/>
              </a:ext>
            </a:extLst>
          </p:cNvPr>
          <p:cNvSpPr>
            <a:spLocks noGrp="1"/>
          </p:cNvSpPr>
          <p:nvPr>
            <p:ph type="sldNum" sz="quarter" idx="12"/>
          </p:nvPr>
        </p:nvSpPr>
        <p:spPr/>
        <p:txBody>
          <a:bodyPr/>
          <a:lstStyle/>
          <a:p>
            <a:fld id="{985052FC-8AC5-4006-B52E-1863E331CDEB}" type="slidenum">
              <a:rPr kumimoji="1" lang="ja-JP" altLang="en-US" smtClean="0"/>
              <a:t>‹#›</a:t>
            </a:fld>
            <a:endParaRPr kumimoji="1" lang="ja-JP" altLang="en-US"/>
          </a:p>
        </p:txBody>
      </p:sp>
    </p:spTree>
    <p:extLst>
      <p:ext uri="{BB962C8B-B14F-4D97-AF65-F5344CB8AC3E}">
        <p14:creationId xmlns:p14="http://schemas.microsoft.com/office/powerpoint/2010/main" val="37187655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1745B8-BB2D-1042-4AF2-CC7F9A8896D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F4BF68E-A47A-8F9F-9A04-7D44D29456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B89CA042-8A1B-9381-793C-FE8B95115B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BF47CDD-C7AE-E347-7A92-8046662FF075}"/>
              </a:ext>
            </a:extLst>
          </p:cNvPr>
          <p:cNvSpPr>
            <a:spLocks noGrp="1"/>
          </p:cNvSpPr>
          <p:nvPr>
            <p:ph type="dt" sz="half" idx="10"/>
          </p:nvPr>
        </p:nvSpPr>
        <p:spPr/>
        <p:txBody>
          <a:bodyPr/>
          <a:lstStyle/>
          <a:p>
            <a:fld id="{0642DC08-93B6-4BA7-B72B-9701C000E1D5}" type="datetimeFigureOut">
              <a:rPr kumimoji="1" lang="ja-JP" altLang="en-US" smtClean="0"/>
              <a:t>2026/1/15</a:t>
            </a:fld>
            <a:endParaRPr kumimoji="1" lang="ja-JP" altLang="en-US"/>
          </a:p>
        </p:txBody>
      </p:sp>
      <p:sp>
        <p:nvSpPr>
          <p:cNvPr id="6" name="フッター プレースホルダー 5">
            <a:extLst>
              <a:ext uri="{FF2B5EF4-FFF2-40B4-BE49-F238E27FC236}">
                <a16:creationId xmlns:a16="http://schemas.microsoft.com/office/drawing/2014/main" id="{DAE1837C-B78F-A42E-D762-6291FA24E64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02DB646-33D9-6C05-FAC8-C3592E7FD015}"/>
              </a:ext>
            </a:extLst>
          </p:cNvPr>
          <p:cNvSpPr>
            <a:spLocks noGrp="1"/>
          </p:cNvSpPr>
          <p:nvPr>
            <p:ph type="sldNum" sz="quarter" idx="12"/>
          </p:nvPr>
        </p:nvSpPr>
        <p:spPr/>
        <p:txBody>
          <a:bodyPr/>
          <a:lstStyle/>
          <a:p>
            <a:fld id="{985052FC-8AC5-4006-B52E-1863E331CDEB}" type="slidenum">
              <a:rPr kumimoji="1" lang="ja-JP" altLang="en-US" smtClean="0"/>
              <a:t>‹#›</a:t>
            </a:fld>
            <a:endParaRPr kumimoji="1" lang="ja-JP" altLang="en-US"/>
          </a:p>
        </p:txBody>
      </p:sp>
    </p:spTree>
    <p:extLst>
      <p:ext uri="{BB962C8B-B14F-4D97-AF65-F5344CB8AC3E}">
        <p14:creationId xmlns:p14="http://schemas.microsoft.com/office/powerpoint/2010/main" val="3076756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B39926-6C8E-5621-2C50-CCABFD9C4D7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96B039B0-C9F8-806D-61C2-496FE4244D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3F8C028-1429-857B-9336-D21CA3F76B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F2875FB-C732-953E-30B9-2A847BFC0C94}"/>
              </a:ext>
            </a:extLst>
          </p:cNvPr>
          <p:cNvSpPr>
            <a:spLocks noGrp="1"/>
          </p:cNvSpPr>
          <p:nvPr>
            <p:ph type="dt" sz="half" idx="10"/>
          </p:nvPr>
        </p:nvSpPr>
        <p:spPr/>
        <p:txBody>
          <a:bodyPr/>
          <a:lstStyle/>
          <a:p>
            <a:fld id="{0642DC08-93B6-4BA7-B72B-9701C000E1D5}" type="datetimeFigureOut">
              <a:rPr kumimoji="1" lang="ja-JP" altLang="en-US" smtClean="0"/>
              <a:t>2026/1/15</a:t>
            </a:fld>
            <a:endParaRPr kumimoji="1" lang="ja-JP" altLang="en-US"/>
          </a:p>
        </p:txBody>
      </p:sp>
      <p:sp>
        <p:nvSpPr>
          <p:cNvPr id="6" name="フッター プレースホルダー 5">
            <a:extLst>
              <a:ext uri="{FF2B5EF4-FFF2-40B4-BE49-F238E27FC236}">
                <a16:creationId xmlns:a16="http://schemas.microsoft.com/office/drawing/2014/main" id="{926B9B12-3A5D-04BB-4117-7E487F7394F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2CC8011-D533-7379-651F-FC01C409D198}"/>
              </a:ext>
            </a:extLst>
          </p:cNvPr>
          <p:cNvSpPr>
            <a:spLocks noGrp="1"/>
          </p:cNvSpPr>
          <p:nvPr>
            <p:ph type="sldNum" sz="quarter" idx="12"/>
          </p:nvPr>
        </p:nvSpPr>
        <p:spPr/>
        <p:txBody>
          <a:bodyPr/>
          <a:lstStyle/>
          <a:p>
            <a:fld id="{985052FC-8AC5-4006-B52E-1863E331CDEB}" type="slidenum">
              <a:rPr kumimoji="1" lang="ja-JP" altLang="en-US" smtClean="0"/>
              <a:t>‹#›</a:t>
            </a:fld>
            <a:endParaRPr kumimoji="1" lang="ja-JP" altLang="en-US"/>
          </a:p>
        </p:txBody>
      </p:sp>
    </p:spTree>
    <p:extLst>
      <p:ext uri="{BB962C8B-B14F-4D97-AF65-F5344CB8AC3E}">
        <p14:creationId xmlns:p14="http://schemas.microsoft.com/office/powerpoint/2010/main" val="1222201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AAEF52-1CEE-406A-F895-5DB84EEF1E66}"/>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1AB5FE7-8511-5780-3137-9A26AE3FCEE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A115B27-1A51-8E32-98C0-D26DE0892392}"/>
              </a:ext>
            </a:extLst>
          </p:cNvPr>
          <p:cNvSpPr>
            <a:spLocks noGrp="1"/>
          </p:cNvSpPr>
          <p:nvPr>
            <p:ph type="dt" sz="half" idx="10"/>
          </p:nvPr>
        </p:nvSpPr>
        <p:spPr/>
        <p:txBody>
          <a:bodyPr/>
          <a:lstStyle/>
          <a:p>
            <a:fld id="{0642DC08-93B6-4BA7-B72B-9701C000E1D5}" type="datetimeFigureOut">
              <a:rPr kumimoji="1" lang="ja-JP" altLang="en-US" smtClean="0"/>
              <a:t>2026/1/15</a:t>
            </a:fld>
            <a:endParaRPr kumimoji="1" lang="ja-JP" altLang="en-US"/>
          </a:p>
        </p:txBody>
      </p:sp>
      <p:sp>
        <p:nvSpPr>
          <p:cNvPr id="5" name="フッター プレースホルダー 4">
            <a:extLst>
              <a:ext uri="{FF2B5EF4-FFF2-40B4-BE49-F238E27FC236}">
                <a16:creationId xmlns:a16="http://schemas.microsoft.com/office/drawing/2014/main" id="{CFFA3AAF-C189-A2F4-0034-1EF213616C4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31168CC-D9C2-BFF3-22C6-E76091D81864}"/>
              </a:ext>
            </a:extLst>
          </p:cNvPr>
          <p:cNvSpPr>
            <a:spLocks noGrp="1"/>
          </p:cNvSpPr>
          <p:nvPr>
            <p:ph type="sldNum" sz="quarter" idx="12"/>
          </p:nvPr>
        </p:nvSpPr>
        <p:spPr/>
        <p:txBody>
          <a:bodyPr/>
          <a:lstStyle/>
          <a:p>
            <a:fld id="{985052FC-8AC5-4006-B52E-1863E331CDEB}" type="slidenum">
              <a:rPr kumimoji="1" lang="ja-JP" altLang="en-US" smtClean="0"/>
              <a:t>‹#›</a:t>
            </a:fld>
            <a:endParaRPr kumimoji="1" lang="ja-JP" altLang="en-US"/>
          </a:p>
        </p:txBody>
      </p:sp>
    </p:spTree>
    <p:extLst>
      <p:ext uri="{BB962C8B-B14F-4D97-AF65-F5344CB8AC3E}">
        <p14:creationId xmlns:p14="http://schemas.microsoft.com/office/powerpoint/2010/main" val="777081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E1514B1-9C92-3826-5914-B6C0D4539B0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62856B8-6BDC-7D65-528A-E692EBC5AE4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A5295F5-3693-AA6D-FF14-FC30E05D53BC}"/>
              </a:ext>
            </a:extLst>
          </p:cNvPr>
          <p:cNvSpPr>
            <a:spLocks noGrp="1"/>
          </p:cNvSpPr>
          <p:nvPr>
            <p:ph type="dt" sz="half" idx="10"/>
          </p:nvPr>
        </p:nvSpPr>
        <p:spPr/>
        <p:txBody>
          <a:bodyPr/>
          <a:lstStyle/>
          <a:p>
            <a:fld id="{0642DC08-93B6-4BA7-B72B-9701C000E1D5}" type="datetimeFigureOut">
              <a:rPr kumimoji="1" lang="ja-JP" altLang="en-US" smtClean="0"/>
              <a:t>2026/1/15</a:t>
            </a:fld>
            <a:endParaRPr kumimoji="1" lang="ja-JP" altLang="en-US"/>
          </a:p>
        </p:txBody>
      </p:sp>
      <p:sp>
        <p:nvSpPr>
          <p:cNvPr id="5" name="フッター プレースホルダー 4">
            <a:extLst>
              <a:ext uri="{FF2B5EF4-FFF2-40B4-BE49-F238E27FC236}">
                <a16:creationId xmlns:a16="http://schemas.microsoft.com/office/drawing/2014/main" id="{7A440AF5-E3A3-100B-C20B-84D51C4687B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1802EAE-1C15-71B1-3CA6-7EA543AC2D2A}"/>
              </a:ext>
            </a:extLst>
          </p:cNvPr>
          <p:cNvSpPr>
            <a:spLocks noGrp="1"/>
          </p:cNvSpPr>
          <p:nvPr>
            <p:ph type="sldNum" sz="quarter" idx="12"/>
          </p:nvPr>
        </p:nvSpPr>
        <p:spPr/>
        <p:txBody>
          <a:bodyPr/>
          <a:lstStyle/>
          <a:p>
            <a:fld id="{985052FC-8AC5-4006-B52E-1863E331CDEB}" type="slidenum">
              <a:rPr kumimoji="1" lang="ja-JP" altLang="en-US" smtClean="0"/>
              <a:t>‹#›</a:t>
            </a:fld>
            <a:endParaRPr kumimoji="1" lang="ja-JP" altLang="en-US"/>
          </a:p>
        </p:txBody>
      </p:sp>
    </p:spTree>
    <p:extLst>
      <p:ext uri="{BB962C8B-B14F-4D97-AF65-F5344CB8AC3E}">
        <p14:creationId xmlns:p14="http://schemas.microsoft.com/office/powerpoint/2010/main" val="971169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1D28151-A045-69BA-768E-72D7335852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B29C10-CAF6-FD10-2381-8D1B2F311D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DF32E8D-E727-AE98-081C-EC5B8B91BE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42DC08-93B6-4BA7-B72B-9701C000E1D5}" type="datetimeFigureOut">
              <a:rPr kumimoji="1" lang="ja-JP" altLang="en-US" smtClean="0"/>
              <a:t>2026/1/15</a:t>
            </a:fld>
            <a:endParaRPr kumimoji="1" lang="ja-JP" altLang="en-US"/>
          </a:p>
        </p:txBody>
      </p:sp>
      <p:sp>
        <p:nvSpPr>
          <p:cNvPr id="5" name="フッター プレースホルダー 4">
            <a:extLst>
              <a:ext uri="{FF2B5EF4-FFF2-40B4-BE49-F238E27FC236}">
                <a16:creationId xmlns:a16="http://schemas.microsoft.com/office/drawing/2014/main" id="{C2B9958E-0CD6-6E00-52E0-9280B1D574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BED90F87-C8B7-F51B-F010-3834EB35C4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85052FC-8AC5-4006-B52E-1863E331CDEB}" type="slidenum">
              <a:rPr kumimoji="1" lang="ja-JP" altLang="en-US" smtClean="0"/>
              <a:t>‹#›</a:t>
            </a:fld>
            <a:endParaRPr kumimoji="1" lang="ja-JP" altLang="en-US"/>
          </a:p>
        </p:txBody>
      </p:sp>
    </p:spTree>
    <p:extLst>
      <p:ext uri="{BB962C8B-B14F-4D97-AF65-F5344CB8AC3E}">
        <p14:creationId xmlns:p14="http://schemas.microsoft.com/office/powerpoint/2010/main" val="13992916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1E113C-70B2-6336-B451-08B13217EB01}"/>
              </a:ext>
            </a:extLst>
          </p:cNvPr>
          <p:cNvSpPr>
            <a:spLocks noGrp="1"/>
          </p:cNvSpPr>
          <p:nvPr>
            <p:ph type="ctrTitle"/>
          </p:nvPr>
        </p:nvSpPr>
        <p:spPr>
          <a:xfrm>
            <a:off x="1524000" y="1122363"/>
            <a:ext cx="9144000" cy="746194"/>
          </a:xfrm>
        </p:spPr>
        <p:txBody>
          <a:bodyPr>
            <a:normAutofit/>
          </a:bodyPr>
          <a:lstStyle/>
          <a:p>
            <a:r>
              <a:rPr kumimoji="1" lang="en-US" altLang="ja-JP" sz="4400" b="1" dirty="0"/>
              <a:t>01_</a:t>
            </a:r>
            <a:r>
              <a:rPr kumimoji="1" lang="ja-JP" altLang="en-US" sz="4400" b="1" dirty="0"/>
              <a:t>ファイル名検索バッチ</a:t>
            </a:r>
          </a:p>
        </p:txBody>
      </p:sp>
      <p:sp>
        <p:nvSpPr>
          <p:cNvPr id="3" name="字幕 2">
            <a:extLst>
              <a:ext uri="{FF2B5EF4-FFF2-40B4-BE49-F238E27FC236}">
                <a16:creationId xmlns:a16="http://schemas.microsoft.com/office/drawing/2014/main" id="{00590BF1-1D76-15D0-54DB-B12B8D2281B8}"/>
              </a:ext>
            </a:extLst>
          </p:cNvPr>
          <p:cNvSpPr>
            <a:spLocks noGrp="1"/>
          </p:cNvSpPr>
          <p:nvPr>
            <p:ph type="subTitle" idx="1"/>
          </p:nvPr>
        </p:nvSpPr>
        <p:spPr>
          <a:xfrm>
            <a:off x="1524000" y="2176670"/>
            <a:ext cx="9144000" cy="3081130"/>
          </a:xfrm>
        </p:spPr>
        <p:txBody>
          <a:bodyPr/>
          <a:lstStyle/>
          <a:p>
            <a:r>
              <a:rPr kumimoji="1" lang="ja-JP" altLang="en-US" dirty="0"/>
              <a:t>簡易的な使い方に限り、次のページで解説します。</a:t>
            </a:r>
            <a:endParaRPr kumimoji="1" lang="en-US" altLang="ja-JP" dirty="0"/>
          </a:p>
          <a:p>
            <a:r>
              <a:rPr kumimoji="1" lang="ja-JP" altLang="en-US" dirty="0"/>
              <a:t>詳細は設計書、およびソースコードを参照。</a:t>
            </a:r>
          </a:p>
        </p:txBody>
      </p:sp>
    </p:spTree>
    <p:extLst>
      <p:ext uri="{BB962C8B-B14F-4D97-AF65-F5344CB8AC3E}">
        <p14:creationId xmlns:p14="http://schemas.microsoft.com/office/powerpoint/2010/main" val="42057785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FE576E-7A14-EB1F-555D-9D8565C88746}"/>
              </a:ext>
            </a:extLst>
          </p:cNvPr>
          <p:cNvSpPr>
            <a:spLocks noGrp="1"/>
          </p:cNvSpPr>
          <p:nvPr>
            <p:ph type="title"/>
          </p:nvPr>
        </p:nvSpPr>
        <p:spPr>
          <a:xfrm>
            <a:off x="838200" y="365125"/>
            <a:ext cx="10515600" cy="658605"/>
          </a:xfrm>
        </p:spPr>
        <p:txBody>
          <a:bodyPr>
            <a:normAutofit fontScale="90000"/>
          </a:bodyPr>
          <a:lstStyle/>
          <a:p>
            <a:r>
              <a:rPr kumimoji="1" lang="ja-JP" altLang="en-US" b="1" dirty="0"/>
              <a:t>１．バッチ起動</a:t>
            </a:r>
          </a:p>
        </p:txBody>
      </p:sp>
      <p:pic>
        <p:nvPicPr>
          <p:cNvPr id="5" name="コンテンツ プレースホルダー 4" descr="テキスト&#10;&#10;AI 生成コンテンツは誤りを含む可能性があります。">
            <a:extLst>
              <a:ext uri="{FF2B5EF4-FFF2-40B4-BE49-F238E27FC236}">
                <a16:creationId xmlns:a16="http://schemas.microsoft.com/office/drawing/2014/main" id="{64FEEEA7-3D79-D27E-6F9C-E6A30B1B7771}"/>
              </a:ext>
            </a:extLst>
          </p:cNvPr>
          <p:cNvPicPr>
            <a:picLocks noGrp="1" noChangeAspect="1"/>
          </p:cNvPicPr>
          <p:nvPr>
            <p:ph idx="1"/>
          </p:nvPr>
        </p:nvPicPr>
        <p:blipFill>
          <a:blip r:embed="rId2"/>
          <a:stretch>
            <a:fillRect/>
          </a:stretch>
        </p:blipFill>
        <p:spPr>
          <a:xfrm>
            <a:off x="838200" y="1023730"/>
            <a:ext cx="6478504" cy="4351338"/>
          </a:xfrm>
          <a:prstGeom prst="rect">
            <a:avLst/>
          </a:prstGeom>
        </p:spPr>
      </p:pic>
      <p:sp>
        <p:nvSpPr>
          <p:cNvPr id="7" name="テキスト ボックス 6">
            <a:extLst>
              <a:ext uri="{FF2B5EF4-FFF2-40B4-BE49-F238E27FC236}">
                <a16:creationId xmlns:a16="http://schemas.microsoft.com/office/drawing/2014/main" id="{AFB01E60-4723-2589-BB1E-600C2664FF1F}"/>
              </a:ext>
            </a:extLst>
          </p:cNvPr>
          <p:cNvSpPr txBox="1"/>
          <p:nvPr/>
        </p:nvSpPr>
        <p:spPr>
          <a:xfrm>
            <a:off x="7921486" y="1023730"/>
            <a:ext cx="3807591" cy="2308324"/>
          </a:xfrm>
          <a:prstGeom prst="rect">
            <a:avLst/>
          </a:prstGeom>
          <a:noFill/>
        </p:spPr>
        <p:txBody>
          <a:bodyPr wrap="square" rtlCol="0">
            <a:spAutoFit/>
          </a:bodyPr>
          <a:lstStyle/>
          <a:p>
            <a:r>
              <a:rPr lang="en-US" altLang="ja-JP" dirty="0"/>
              <a:t>1)</a:t>
            </a:r>
            <a:r>
              <a:rPr lang="ja-JP" altLang="en-US" dirty="0"/>
              <a:t>検索対象フォルダ表示</a:t>
            </a:r>
            <a:endParaRPr lang="en-US" altLang="ja-JP" dirty="0"/>
          </a:p>
          <a:p>
            <a:r>
              <a:rPr kumimoji="1" lang="ja-JP" altLang="en-US" dirty="0"/>
              <a:t>バッチ</a:t>
            </a:r>
            <a:r>
              <a:rPr lang="ja-JP" altLang="en-US" dirty="0"/>
              <a:t>起動後、バッチファイルが配置されているフォルダが検索対象として表示されます。</a:t>
            </a:r>
            <a:endParaRPr kumimoji="1" lang="en-US" altLang="ja-JP" dirty="0"/>
          </a:p>
          <a:p>
            <a:endParaRPr lang="en-US" altLang="ja-JP" dirty="0"/>
          </a:p>
          <a:p>
            <a:r>
              <a:rPr kumimoji="1" lang="en-US" altLang="ja-JP" dirty="0"/>
              <a:t>2)</a:t>
            </a:r>
            <a:r>
              <a:rPr kumimoji="1" lang="ja-JP" altLang="en-US" dirty="0"/>
              <a:t>検索値入力 </a:t>
            </a:r>
            <a:endParaRPr kumimoji="1" lang="en-US" altLang="ja-JP" dirty="0"/>
          </a:p>
          <a:p>
            <a:r>
              <a:rPr kumimoji="1" lang="ja-JP" altLang="en-US" dirty="0"/>
              <a:t>検索する値を入力し、</a:t>
            </a:r>
            <a:r>
              <a:rPr kumimoji="1" lang="en-US" altLang="ja-JP" dirty="0"/>
              <a:t>Enter</a:t>
            </a:r>
            <a:r>
              <a:rPr kumimoji="1" lang="ja-JP" altLang="en-US" dirty="0"/>
              <a:t>を押します。</a:t>
            </a:r>
          </a:p>
        </p:txBody>
      </p:sp>
      <p:sp>
        <p:nvSpPr>
          <p:cNvPr id="10" name="正方形/長方形 9">
            <a:extLst>
              <a:ext uri="{FF2B5EF4-FFF2-40B4-BE49-F238E27FC236}">
                <a16:creationId xmlns:a16="http://schemas.microsoft.com/office/drawing/2014/main" id="{A9BA356B-3EAA-78C1-C976-070080B8FB77}"/>
              </a:ext>
            </a:extLst>
          </p:cNvPr>
          <p:cNvSpPr/>
          <p:nvPr/>
        </p:nvSpPr>
        <p:spPr>
          <a:xfrm>
            <a:off x="2077278" y="1967948"/>
            <a:ext cx="2166731" cy="25841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9B232D70-0667-EAF1-3438-7A2694EF2DD6}"/>
              </a:ext>
            </a:extLst>
          </p:cNvPr>
          <p:cNvSpPr/>
          <p:nvPr/>
        </p:nvSpPr>
        <p:spPr>
          <a:xfrm>
            <a:off x="838200" y="2395986"/>
            <a:ext cx="2166731" cy="25841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904438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043E0-3B7E-43A5-8E97-B165B36112B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760FD5B-E096-6683-BECD-1203CC815AB5}"/>
              </a:ext>
            </a:extLst>
          </p:cNvPr>
          <p:cNvSpPr>
            <a:spLocks noGrp="1"/>
          </p:cNvSpPr>
          <p:nvPr>
            <p:ph type="title"/>
          </p:nvPr>
        </p:nvSpPr>
        <p:spPr>
          <a:xfrm>
            <a:off x="838200" y="365125"/>
            <a:ext cx="10515600" cy="658605"/>
          </a:xfrm>
        </p:spPr>
        <p:txBody>
          <a:bodyPr>
            <a:normAutofit fontScale="90000"/>
          </a:bodyPr>
          <a:lstStyle/>
          <a:p>
            <a:r>
              <a:rPr kumimoji="1" lang="ja-JP" altLang="en-US" b="1" dirty="0"/>
              <a:t>２．検索処理</a:t>
            </a:r>
          </a:p>
        </p:txBody>
      </p:sp>
      <p:sp>
        <p:nvSpPr>
          <p:cNvPr id="7" name="テキスト ボックス 6">
            <a:extLst>
              <a:ext uri="{FF2B5EF4-FFF2-40B4-BE49-F238E27FC236}">
                <a16:creationId xmlns:a16="http://schemas.microsoft.com/office/drawing/2014/main" id="{C39EB62B-39E9-C2DD-E08D-10CFB3AE9C6B}"/>
              </a:ext>
            </a:extLst>
          </p:cNvPr>
          <p:cNvSpPr txBox="1"/>
          <p:nvPr/>
        </p:nvSpPr>
        <p:spPr>
          <a:xfrm>
            <a:off x="7921486" y="1023730"/>
            <a:ext cx="3807591" cy="1200329"/>
          </a:xfrm>
          <a:prstGeom prst="rect">
            <a:avLst/>
          </a:prstGeom>
          <a:noFill/>
        </p:spPr>
        <p:txBody>
          <a:bodyPr wrap="square" rtlCol="0">
            <a:spAutoFit/>
          </a:bodyPr>
          <a:lstStyle/>
          <a:p>
            <a:r>
              <a:rPr lang="en-US" altLang="ja-JP" dirty="0"/>
              <a:t>1)</a:t>
            </a:r>
            <a:r>
              <a:rPr lang="ja-JP" altLang="en-US" dirty="0"/>
              <a:t>検索結果が表示されます。</a:t>
            </a:r>
            <a:endParaRPr kumimoji="1" lang="en-US" altLang="ja-JP" dirty="0"/>
          </a:p>
          <a:p>
            <a:endParaRPr lang="en-US" altLang="ja-JP" dirty="0"/>
          </a:p>
          <a:p>
            <a:r>
              <a:rPr kumimoji="1" lang="en-US" altLang="ja-JP" dirty="0"/>
              <a:t>2)</a:t>
            </a:r>
            <a:r>
              <a:rPr kumimoji="1" lang="ja-JP" altLang="en-US" dirty="0"/>
              <a:t> </a:t>
            </a:r>
            <a:r>
              <a:rPr lang="ja-JP" altLang="en-US" dirty="0"/>
              <a:t>再度、検索する場合は</a:t>
            </a:r>
            <a:r>
              <a:rPr lang="en-US" altLang="ja-JP" dirty="0"/>
              <a:t>Enter</a:t>
            </a:r>
            <a:r>
              <a:rPr lang="ja-JP" altLang="en-US" dirty="0"/>
              <a:t>を押します。</a:t>
            </a:r>
            <a:endParaRPr kumimoji="1" lang="ja-JP" altLang="en-US" dirty="0"/>
          </a:p>
        </p:txBody>
      </p:sp>
      <p:pic>
        <p:nvPicPr>
          <p:cNvPr id="8" name="図 7" descr="テキスト&#10;&#10;AI 生成コンテンツは誤りを含む可能性があります。">
            <a:extLst>
              <a:ext uri="{FF2B5EF4-FFF2-40B4-BE49-F238E27FC236}">
                <a16:creationId xmlns:a16="http://schemas.microsoft.com/office/drawing/2014/main" id="{A6C6A78B-8877-7D24-AA1C-6498738FB0CB}"/>
              </a:ext>
            </a:extLst>
          </p:cNvPr>
          <p:cNvPicPr>
            <a:picLocks noChangeAspect="1"/>
          </p:cNvPicPr>
          <p:nvPr/>
        </p:nvPicPr>
        <p:blipFill>
          <a:blip r:embed="rId2"/>
          <a:stretch>
            <a:fillRect/>
          </a:stretch>
        </p:blipFill>
        <p:spPr>
          <a:xfrm>
            <a:off x="838200" y="1023730"/>
            <a:ext cx="6480312" cy="4352552"/>
          </a:xfrm>
          <a:prstGeom prst="rect">
            <a:avLst/>
          </a:prstGeom>
        </p:spPr>
      </p:pic>
      <p:sp>
        <p:nvSpPr>
          <p:cNvPr id="11" name="正方形/長方形 10">
            <a:extLst>
              <a:ext uri="{FF2B5EF4-FFF2-40B4-BE49-F238E27FC236}">
                <a16:creationId xmlns:a16="http://schemas.microsoft.com/office/drawing/2014/main" id="{21D8AE73-25D5-54E7-F1E5-1F67E7AEA03B}"/>
              </a:ext>
            </a:extLst>
          </p:cNvPr>
          <p:cNvSpPr/>
          <p:nvPr/>
        </p:nvSpPr>
        <p:spPr>
          <a:xfrm>
            <a:off x="838200" y="2371849"/>
            <a:ext cx="3475383" cy="38129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6E5ECC02-C198-6D5D-C355-6A72A498A5DA}"/>
              </a:ext>
            </a:extLst>
          </p:cNvPr>
          <p:cNvSpPr/>
          <p:nvPr/>
        </p:nvSpPr>
        <p:spPr>
          <a:xfrm>
            <a:off x="838200" y="3299791"/>
            <a:ext cx="2166731" cy="25841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30820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0FD5B-01AF-B72C-DE10-8203343257E4}"/>
            </a:ext>
          </a:extLst>
        </p:cNvPr>
        <p:cNvGrpSpPr/>
        <p:nvPr/>
      </p:nvGrpSpPr>
      <p:grpSpPr>
        <a:xfrm>
          <a:off x="0" y="0"/>
          <a:ext cx="0" cy="0"/>
          <a:chOff x="0" y="0"/>
          <a:chExt cx="0" cy="0"/>
        </a:xfrm>
      </p:grpSpPr>
      <p:pic>
        <p:nvPicPr>
          <p:cNvPr id="4" name="図 3" descr="テーブル">
            <a:extLst>
              <a:ext uri="{FF2B5EF4-FFF2-40B4-BE49-F238E27FC236}">
                <a16:creationId xmlns:a16="http://schemas.microsoft.com/office/drawing/2014/main" id="{E2382C85-056D-0CED-A227-AB0DED3DF7E3}"/>
              </a:ext>
            </a:extLst>
          </p:cNvPr>
          <p:cNvPicPr>
            <a:picLocks noChangeAspect="1"/>
          </p:cNvPicPr>
          <p:nvPr/>
        </p:nvPicPr>
        <p:blipFill>
          <a:blip r:embed="rId2"/>
          <a:stretch>
            <a:fillRect/>
          </a:stretch>
        </p:blipFill>
        <p:spPr>
          <a:xfrm>
            <a:off x="838200" y="1023730"/>
            <a:ext cx="6077798" cy="3410426"/>
          </a:xfrm>
          <a:prstGeom prst="rect">
            <a:avLst/>
          </a:prstGeom>
        </p:spPr>
      </p:pic>
      <p:sp>
        <p:nvSpPr>
          <p:cNvPr id="2" name="タイトル 1">
            <a:extLst>
              <a:ext uri="{FF2B5EF4-FFF2-40B4-BE49-F238E27FC236}">
                <a16:creationId xmlns:a16="http://schemas.microsoft.com/office/drawing/2014/main" id="{684C3805-55A4-B75F-F903-B060B1F4FF6D}"/>
              </a:ext>
            </a:extLst>
          </p:cNvPr>
          <p:cNvSpPr>
            <a:spLocks noGrp="1"/>
          </p:cNvSpPr>
          <p:nvPr>
            <p:ph type="title"/>
          </p:nvPr>
        </p:nvSpPr>
        <p:spPr>
          <a:xfrm>
            <a:off x="838200" y="365125"/>
            <a:ext cx="10515600" cy="658605"/>
          </a:xfrm>
        </p:spPr>
        <p:txBody>
          <a:bodyPr>
            <a:normAutofit fontScale="90000"/>
          </a:bodyPr>
          <a:lstStyle/>
          <a:p>
            <a:r>
              <a:rPr kumimoji="1" lang="ja-JP" altLang="en-US" b="1" dirty="0"/>
              <a:t>３．</a:t>
            </a:r>
            <a:r>
              <a:rPr lang="ja-JP" altLang="en-US" b="1" dirty="0"/>
              <a:t>「送る」</a:t>
            </a:r>
            <a:r>
              <a:rPr kumimoji="1" lang="ja-JP" altLang="en-US" b="1" dirty="0"/>
              <a:t>登録</a:t>
            </a:r>
          </a:p>
        </p:txBody>
      </p:sp>
      <p:sp>
        <p:nvSpPr>
          <p:cNvPr id="7" name="テキスト ボックス 6">
            <a:extLst>
              <a:ext uri="{FF2B5EF4-FFF2-40B4-BE49-F238E27FC236}">
                <a16:creationId xmlns:a16="http://schemas.microsoft.com/office/drawing/2014/main" id="{C55D01DE-D3DC-55E3-6121-031EA5152BC7}"/>
              </a:ext>
            </a:extLst>
          </p:cNvPr>
          <p:cNvSpPr txBox="1"/>
          <p:nvPr/>
        </p:nvSpPr>
        <p:spPr>
          <a:xfrm>
            <a:off x="7921486" y="1023730"/>
            <a:ext cx="3807591" cy="1754326"/>
          </a:xfrm>
          <a:prstGeom prst="rect">
            <a:avLst/>
          </a:prstGeom>
          <a:noFill/>
        </p:spPr>
        <p:txBody>
          <a:bodyPr wrap="square" rtlCol="0">
            <a:spAutoFit/>
          </a:bodyPr>
          <a:lstStyle/>
          <a:p>
            <a:r>
              <a:rPr lang="en-US" altLang="ja-JP" dirty="0"/>
              <a:t>1)</a:t>
            </a:r>
            <a:r>
              <a:rPr lang="ja-JP" altLang="en-US" dirty="0"/>
              <a:t>送るフォルダに登録するとフォルダを右クリックで直感的に検索できます。</a:t>
            </a:r>
            <a:endParaRPr lang="en-US" altLang="ja-JP" dirty="0"/>
          </a:p>
          <a:p>
            <a:endParaRPr kumimoji="1" lang="en-US" altLang="ja-JP" dirty="0"/>
          </a:p>
          <a:p>
            <a:r>
              <a:rPr lang="ja-JP" altLang="en-US" dirty="0"/>
              <a:t>エクスプローラに</a:t>
            </a:r>
            <a:r>
              <a:rPr lang="en-US" altLang="ja-JP" dirty="0" err="1"/>
              <a:t>shell:sendto</a:t>
            </a:r>
            <a:r>
              <a:rPr lang="ja-JP" altLang="en-US" dirty="0"/>
              <a:t>を入力するとフォルダに移動できます。</a:t>
            </a:r>
          </a:p>
        </p:txBody>
      </p:sp>
      <p:sp>
        <p:nvSpPr>
          <p:cNvPr id="11" name="正方形/長方形 10">
            <a:extLst>
              <a:ext uri="{FF2B5EF4-FFF2-40B4-BE49-F238E27FC236}">
                <a16:creationId xmlns:a16="http://schemas.microsoft.com/office/drawing/2014/main" id="{FFBD8190-106A-8ED4-FB56-4163E19733DE}"/>
              </a:ext>
            </a:extLst>
          </p:cNvPr>
          <p:cNvSpPr/>
          <p:nvPr/>
        </p:nvSpPr>
        <p:spPr>
          <a:xfrm>
            <a:off x="838200" y="1242604"/>
            <a:ext cx="3475383" cy="38129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54135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8A7BA7-A2E7-4D0E-D3FC-4CAAF127530B}"/>
              </a:ext>
            </a:extLst>
          </p:cNvPr>
          <p:cNvSpPr>
            <a:spLocks noGrp="1"/>
          </p:cNvSpPr>
          <p:nvPr>
            <p:ph type="title"/>
          </p:nvPr>
        </p:nvSpPr>
        <p:spPr>
          <a:xfrm>
            <a:off x="838200" y="365125"/>
            <a:ext cx="10515600" cy="638727"/>
          </a:xfrm>
        </p:spPr>
        <p:txBody>
          <a:bodyPr>
            <a:normAutofit fontScale="90000"/>
          </a:bodyPr>
          <a:lstStyle/>
          <a:p>
            <a:r>
              <a:rPr kumimoji="1" lang="ja-JP" altLang="en-US" b="1" dirty="0"/>
              <a:t>修正履歴</a:t>
            </a:r>
          </a:p>
        </p:txBody>
      </p:sp>
      <p:graphicFrame>
        <p:nvGraphicFramePr>
          <p:cNvPr id="4" name="表 3">
            <a:extLst>
              <a:ext uri="{FF2B5EF4-FFF2-40B4-BE49-F238E27FC236}">
                <a16:creationId xmlns:a16="http://schemas.microsoft.com/office/drawing/2014/main" id="{FD583DED-C3A2-3FC6-48E1-AF47336A7DB0}"/>
              </a:ext>
            </a:extLst>
          </p:cNvPr>
          <p:cNvGraphicFramePr>
            <a:graphicFrameLocks noGrp="1"/>
          </p:cNvGraphicFramePr>
          <p:nvPr>
            <p:extLst>
              <p:ext uri="{D42A27DB-BD31-4B8C-83A1-F6EECF244321}">
                <p14:modId xmlns:p14="http://schemas.microsoft.com/office/powerpoint/2010/main" val="1019387457"/>
              </p:ext>
            </p:extLst>
          </p:nvPr>
        </p:nvGraphicFramePr>
        <p:xfrm>
          <a:off x="958573" y="1147049"/>
          <a:ext cx="8128000" cy="5461000"/>
        </p:xfrm>
        <a:graphic>
          <a:graphicData uri="http://schemas.openxmlformats.org/drawingml/2006/table">
            <a:tbl>
              <a:tblPr firstRow="1" bandRow="1">
                <a:tableStyleId>{5C22544A-7EE6-4342-B048-85BDC9FD1C3A}</a:tableStyleId>
              </a:tblPr>
              <a:tblGrid>
                <a:gridCol w="1009375">
                  <a:extLst>
                    <a:ext uri="{9D8B030D-6E8A-4147-A177-3AD203B41FA5}">
                      <a16:colId xmlns:a16="http://schemas.microsoft.com/office/drawing/2014/main" val="3114847405"/>
                    </a:ext>
                  </a:extLst>
                </a:gridCol>
                <a:gridCol w="3498574">
                  <a:extLst>
                    <a:ext uri="{9D8B030D-6E8A-4147-A177-3AD203B41FA5}">
                      <a16:colId xmlns:a16="http://schemas.microsoft.com/office/drawing/2014/main" val="3718914742"/>
                    </a:ext>
                  </a:extLst>
                </a:gridCol>
                <a:gridCol w="1588051">
                  <a:extLst>
                    <a:ext uri="{9D8B030D-6E8A-4147-A177-3AD203B41FA5}">
                      <a16:colId xmlns:a16="http://schemas.microsoft.com/office/drawing/2014/main" val="2398277146"/>
                    </a:ext>
                  </a:extLst>
                </a:gridCol>
                <a:gridCol w="2032000">
                  <a:extLst>
                    <a:ext uri="{9D8B030D-6E8A-4147-A177-3AD203B41FA5}">
                      <a16:colId xmlns:a16="http://schemas.microsoft.com/office/drawing/2014/main" val="2258163348"/>
                    </a:ext>
                  </a:extLst>
                </a:gridCol>
              </a:tblGrid>
              <a:tr h="370840">
                <a:tc>
                  <a:txBody>
                    <a:bodyPr/>
                    <a:lstStyle/>
                    <a:p>
                      <a:r>
                        <a:rPr kumimoji="1" lang="en-US" altLang="ja-JP" dirty="0"/>
                        <a:t>Ver</a:t>
                      </a:r>
                      <a:endParaRPr kumimoji="1" lang="ja-JP" altLang="en-US" dirty="0"/>
                    </a:p>
                  </a:txBody>
                  <a:tcPr/>
                </a:tc>
                <a:tc>
                  <a:txBody>
                    <a:bodyPr/>
                    <a:lstStyle/>
                    <a:p>
                      <a:r>
                        <a:rPr kumimoji="1" lang="ja-JP" altLang="en-US" dirty="0"/>
                        <a:t>修正内容</a:t>
                      </a:r>
                    </a:p>
                  </a:txBody>
                  <a:tcPr/>
                </a:tc>
                <a:tc>
                  <a:txBody>
                    <a:bodyPr/>
                    <a:lstStyle/>
                    <a:p>
                      <a:r>
                        <a:rPr kumimoji="1" lang="ja-JP" altLang="en-US" dirty="0"/>
                        <a:t>修正日</a:t>
                      </a:r>
                    </a:p>
                  </a:txBody>
                  <a:tcPr/>
                </a:tc>
                <a:tc>
                  <a:txBody>
                    <a:bodyPr/>
                    <a:lstStyle/>
                    <a:p>
                      <a:r>
                        <a:rPr kumimoji="1" lang="ja-JP" altLang="en-US" dirty="0"/>
                        <a:t>工数</a:t>
                      </a:r>
                      <a:r>
                        <a:rPr kumimoji="1" lang="en-US" altLang="ja-JP" dirty="0"/>
                        <a:t>(h)</a:t>
                      </a:r>
                      <a:endParaRPr kumimoji="1" lang="ja-JP" altLang="en-US" dirty="0"/>
                    </a:p>
                  </a:txBody>
                  <a:tcPr/>
                </a:tc>
                <a:extLst>
                  <a:ext uri="{0D108BD9-81ED-4DB2-BD59-A6C34878D82A}">
                    <a16:rowId xmlns:a16="http://schemas.microsoft.com/office/drawing/2014/main" val="4088096069"/>
                  </a:ext>
                </a:extLst>
              </a:tr>
              <a:tr h="370840">
                <a:tc>
                  <a:txBody>
                    <a:bodyPr/>
                    <a:lstStyle/>
                    <a:p>
                      <a:r>
                        <a:rPr kumimoji="1" lang="en-US" altLang="ja-JP" dirty="0"/>
                        <a:t>1.0.0</a:t>
                      </a:r>
                      <a:endParaRPr kumimoji="1" lang="ja-JP" altLang="en-US" dirty="0"/>
                    </a:p>
                  </a:txBody>
                  <a:tcPr>
                    <a:solidFill>
                      <a:schemeClr val="tx2">
                        <a:lumMod val="10000"/>
                        <a:lumOff val="90000"/>
                      </a:schemeClr>
                    </a:solidFill>
                  </a:tcPr>
                </a:tc>
                <a:tc>
                  <a:txBody>
                    <a:bodyPr/>
                    <a:lstStyle/>
                    <a:p>
                      <a:r>
                        <a:rPr kumimoji="1" lang="ja-JP" altLang="en-US" dirty="0"/>
                        <a:t>新規作成。</a:t>
                      </a:r>
                      <a:endParaRPr kumimoji="1" lang="en-US" altLang="ja-JP" dirty="0"/>
                    </a:p>
                    <a:p>
                      <a:r>
                        <a:rPr kumimoji="1" lang="ja-JP" altLang="en-US" dirty="0"/>
                        <a:t>簡易的な使い方のみ記載</a:t>
                      </a:r>
                    </a:p>
                  </a:txBody>
                  <a:tcPr>
                    <a:solidFill>
                      <a:schemeClr val="tx2">
                        <a:lumMod val="10000"/>
                        <a:lumOff val="90000"/>
                      </a:schemeClr>
                    </a:solidFill>
                  </a:tcPr>
                </a:tc>
                <a:tc>
                  <a:txBody>
                    <a:bodyPr/>
                    <a:lstStyle/>
                    <a:p>
                      <a:r>
                        <a:rPr kumimoji="1" lang="en-US" altLang="ja-JP" dirty="0"/>
                        <a:t>2026/1/1</a:t>
                      </a:r>
                      <a:endParaRPr kumimoji="1" lang="ja-JP" altLang="en-US" dirty="0"/>
                    </a:p>
                  </a:txBody>
                  <a:tcPr>
                    <a:solidFill>
                      <a:schemeClr val="tx2">
                        <a:lumMod val="10000"/>
                        <a:lumOff val="90000"/>
                      </a:schemeClr>
                    </a:solidFill>
                  </a:tcPr>
                </a:tc>
                <a:tc>
                  <a:txBody>
                    <a:bodyPr/>
                    <a:lstStyle/>
                    <a:p>
                      <a:r>
                        <a:rPr kumimoji="1" lang="en-US" altLang="ja-JP" dirty="0"/>
                        <a:t>0.25</a:t>
                      </a:r>
                      <a:endParaRPr kumimoji="1" lang="ja-JP" altLang="en-US" dirty="0"/>
                    </a:p>
                  </a:txBody>
                  <a:tcPr>
                    <a:solidFill>
                      <a:schemeClr val="tx2">
                        <a:lumMod val="10000"/>
                        <a:lumOff val="90000"/>
                      </a:schemeClr>
                    </a:solidFill>
                  </a:tcPr>
                </a:tc>
                <a:extLst>
                  <a:ext uri="{0D108BD9-81ED-4DB2-BD59-A6C34878D82A}">
                    <a16:rowId xmlns:a16="http://schemas.microsoft.com/office/drawing/2014/main" val="1457908509"/>
                  </a:ext>
                </a:extLst>
              </a:tr>
              <a:tr h="370840">
                <a:tc>
                  <a:txBody>
                    <a:bodyPr/>
                    <a:lstStyle/>
                    <a:p>
                      <a:endParaRPr kumimoji="1" lang="ja-JP" altLang="en-US" dirty="0"/>
                    </a:p>
                  </a:txBody>
                  <a:tcPr>
                    <a:solidFill>
                      <a:schemeClr val="tx2">
                        <a:lumMod val="10000"/>
                        <a:lumOff val="90000"/>
                      </a:schemeClr>
                    </a:solidFill>
                  </a:tcPr>
                </a:tc>
                <a:tc>
                  <a:txBody>
                    <a:bodyPr/>
                    <a:lstStyle/>
                    <a:p>
                      <a:endParaRPr kumimoji="1" lang="ja-JP" altLang="en-US" dirty="0"/>
                    </a:p>
                  </a:txBody>
                  <a:tcPr>
                    <a:solidFill>
                      <a:schemeClr val="tx2">
                        <a:lumMod val="10000"/>
                        <a:lumOff val="90000"/>
                      </a:schemeClr>
                    </a:solidFill>
                  </a:tcPr>
                </a:tc>
                <a:tc>
                  <a:txBody>
                    <a:bodyPr/>
                    <a:lstStyle/>
                    <a:p>
                      <a:endParaRPr kumimoji="1" lang="ja-JP" altLang="en-US" dirty="0"/>
                    </a:p>
                  </a:txBody>
                  <a:tcPr>
                    <a:solidFill>
                      <a:schemeClr val="tx2">
                        <a:lumMod val="10000"/>
                        <a:lumOff val="90000"/>
                      </a:schemeClr>
                    </a:solidFill>
                  </a:tcPr>
                </a:tc>
                <a:tc>
                  <a:txBody>
                    <a:bodyPr/>
                    <a:lstStyle/>
                    <a:p>
                      <a:endParaRPr kumimoji="1" lang="ja-JP" altLang="en-US" dirty="0"/>
                    </a:p>
                  </a:txBody>
                  <a:tcPr>
                    <a:solidFill>
                      <a:schemeClr val="tx2">
                        <a:lumMod val="10000"/>
                        <a:lumOff val="90000"/>
                      </a:schemeClr>
                    </a:solidFill>
                  </a:tcPr>
                </a:tc>
                <a:extLst>
                  <a:ext uri="{0D108BD9-81ED-4DB2-BD59-A6C34878D82A}">
                    <a16:rowId xmlns:a16="http://schemas.microsoft.com/office/drawing/2014/main" val="3788236701"/>
                  </a:ext>
                </a:extLst>
              </a:tr>
              <a:tr h="370840">
                <a:tc>
                  <a:txBody>
                    <a:bodyPr/>
                    <a:lstStyle/>
                    <a:p>
                      <a:endParaRPr kumimoji="1" lang="ja-JP" altLang="en-US"/>
                    </a:p>
                  </a:txBody>
                  <a:tcPr>
                    <a:solidFill>
                      <a:schemeClr val="tx2">
                        <a:lumMod val="10000"/>
                        <a:lumOff val="90000"/>
                      </a:schemeClr>
                    </a:solidFill>
                  </a:tcPr>
                </a:tc>
                <a:tc>
                  <a:txBody>
                    <a:bodyPr/>
                    <a:lstStyle/>
                    <a:p>
                      <a:endParaRPr kumimoji="1" lang="ja-JP" altLang="en-US"/>
                    </a:p>
                  </a:txBody>
                  <a:tcPr>
                    <a:solidFill>
                      <a:schemeClr val="tx2">
                        <a:lumMod val="10000"/>
                        <a:lumOff val="90000"/>
                      </a:schemeClr>
                    </a:solidFill>
                  </a:tcPr>
                </a:tc>
                <a:tc>
                  <a:txBody>
                    <a:bodyPr/>
                    <a:lstStyle/>
                    <a:p>
                      <a:endParaRPr kumimoji="1" lang="ja-JP" altLang="en-US"/>
                    </a:p>
                  </a:txBody>
                  <a:tcPr>
                    <a:solidFill>
                      <a:schemeClr val="tx2">
                        <a:lumMod val="10000"/>
                        <a:lumOff val="90000"/>
                      </a:schemeClr>
                    </a:solidFill>
                  </a:tcPr>
                </a:tc>
                <a:tc>
                  <a:txBody>
                    <a:bodyPr/>
                    <a:lstStyle/>
                    <a:p>
                      <a:endParaRPr kumimoji="1" lang="ja-JP" altLang="en-US" dirty="0"/>
                    </a:p>
                  </a:txBody>
                  <a:tcPr>
                    <a:solidFill>
                      <a:schemeClr val="tx2">
                        <a:lumMod val="10000"/>
                        <a:lumOff val="90000"/>
                      </a:schemeClr>
                    </a:solidFill>
                  </a:tcPr>
                </a:tc>
                <a:extLst>
                  <a:ext uri="{0D108BD9-81ED-4DB2-BD59-A6C34878D82A}">
                    <a16:rowId xmlns:a16="http://schemas.microsoft.com/office/drawing/2014/main" val="4195915423"/>
                  </a:ext>
                </a:extLst>
              </a:tr>
              <a:tr h="370840">
                <a:tc>
                  <a:txBody>
                    <a:bodyPr/>
                    <a:lstStyle/>
                    <a:p>
                      <a:endParaRPr kumimoji="1" lang="ja-JP" altLang="en-US" dirty="0"/>
                    </a:p>
                  </a:txBody>
                  <a:tcPr>
                    <a:solidFill>
                      <a:schemeClr val="tx2">
                        <a:lumMod val="10000"/>
                        <a:lumOff val="90000"/>
                      </a:schemeClr>
                    </a:solidFill>
                  </a:tcPr>
                </a:tc>
                <a:tc>
                  <a:txBody>
                    <a:bodyPr/>
                    <a:lstStyle/>
                    <a:p>
                      <a:endParaRPr kumimoji="1" lang="ja-JP" altLang="en-US"/>
                    </a:p>
                  </a:txBody>
                  <a:tcPr>
                    <a:solidFill>
                      <a:schemeClr val="tx2">
                        <a:lumMod val="10000"/>
                        <a:lumOff val="90000"/>
                      </a:schemeClr>
                    </a:solidFill>
                  </a:tcPr>
                </a:tc>
                <a:tc>
                  <a:txBody>
                    <a:bodyPr/>
                    <a:lstStyle/>
                    <a:p>
                      <a:endParaRPr kumimoji="1" lang="ja-JP" altLang="en-US"/>
                    </a:p>
                  </a:txBody>
                  <a:tcPr>
                    <a:solidFill>
                      <a:schemeClr val="tx2">
                        <a:lumMod val="10000"/>
                        <a:lumOff val="90000"/>
                      </a:schemeClr>
                    </a:solidFill>
                  </a:tcPr>
                </a:tc>
                <a:tc>
                  <a:txBody>
                    <a:bodyPr/>
                    <a:lstStyle/>
                    <a:p>
                      <a:endParaRPr kumimoji="1" lang="ja-JP" altLang="en-US" dirty="0"/>
                    </a:p>
                  </a:txBody>
                  <a:tcPr>
                    <a:solidFill>
                      <a:schemeClr val="tx2">
                        <a:lumMod val="10000"/>
                        <a:lumOff val="90000"/>
                      </a:schemeClr>
                    </a:solidFill>
                  </a:tcPr>
                </a:tc>
                <a:extLst>
                  <a:ext uri="{0D108BD9-81ED-4DB2-BD59-A6C34878D82A}">
                    <a16:rowId xmlns:a16="http://schemas.microsoft.com/office/drawing/2014/main" val="3825973784"/>
                  </a:ext>
                </a:extLst>
              </a:tr>
              <a:tr h="370840">
                <a:tc>
                  <a:txBody>
                    <a:bodyPr/>
                    <a:lstStyle/>
                    <a:p>
                      <a:endParaRPr kumimoji="1" lang="ja-JP" altLang="en-US"/>
                    </a:p>
                  </a:txBody>
                  <a:tcPr>
                    <a:solidFill>
                      <a:schemeClr val="tx2">
                        <a:lumMod val="10000"/>
                        <a:lumOff val="90000"/>
                      </a:schemeClr>
                    </a:solidFill>
                  </a:tcPr>
                </a:tc>
                <a:tc>
                  <a:txBody>
                    <a:bodyPr/>
                    <a:lstStyle/>
                    <a:p>
                      <a:endParaRPr kumimoji="1" lang="ja-JP" altLang="en-US" dirty="0"/>
                    </a:p>
                  </a:txBody>
                  <a:tcPr>
                    <a:solidFill>
                      <a:schemeClr val="tx2">
                        <a:lumMod val="10000"/>
                        <a:lumOff val="90000"/>
                      </a:schemeClr>
                    </a:solidFill>
                  </a:tcPr>
                </a:tc>
                <a:tc>
                  <a:txBody>
                    <a:bodyPr/>
                    <a:lstStyle/>
                    <a:p>
                      <a:endParaRPr kumimoji="1" lang="ja-JP" altLang="en-US"/>
                    </a:p>
                  </a:txBody>
                  <a:tcPr>
                    <a:solidFill>
                      <a:schemeClr val="tx2">
                        <a:lumMod val="10000"/>
                        <a:lumOff val="90000"/>
                      </a:schemeClr>
                    </a:solidFill>
                  </a:tcPr>
                </a:tc>
                <a:tc>
                  <a:txBody>
                    <a:bodyPr/>
                    <a:lstStyle/>
                    <a:p>
                      <a:endParaRPr kumimoji="1" lang="ja-JP" altLang="en-US" dirty="0"/>
                    </a:p>
                  </a:txBody>
                  <a:tcPr>
                    <a:solidFill>
                      <a:schemeClr val="tx2">
                        <a:lumMod val="10000"/>
                        <a:lumOff val="90000"/>
                      </a:schemeClr>
                    </a:solidFill>
                  </a:tcPr>
                </a:tc>
                <a:extLst>
                  <a:ext uri="{0D108BD9-81ED-4DB2-BD59-A6C34878D82A}">
                    <a16:rowId xmlns:a16="http://schemas.microsoft.com/office/drawing/2014/main" val="4043009923"/>
                  </a:ext>
                </a:extLst>
              </a:tr>
              <a:tr h="370840">
                <a:tc>
                  <a:txBody>
                    <a:bodyPr/>
                    <a:lstStyle/>
                    <a:p>
                      <a:endParaRPr kumimoji="1" lang="ja-JP" altLang="en-US"/>
                    </a:p>
                  </a:txBody>
                  <a:tcPr>
                    <a:solidFill>
                      <a:schemeClr val="tx2">
                        <a:lumMod val="10000"/>
                        <a:lumOff val="90000"/>
                      </a:schemeClr>
                    </a:solidFill>
                  </a:tcPr>
                </a:tc>
                <a:tc>
                  <a:txBody>
                    <a:bodyPr/>
                    <a:lstStyle/>
                    <a:p>
                      <a:endParaRPr kumimoji="1" lang="ja-JP" altLang="en-US" dirty="0"/>
                    </a:p>
                  </a:txBody>
                  <a:tcPr>
                    <a:solidFill>
                      <a:schemeClr val="tx2">
                        <a:lumMod val="10000"/>
                        <a:lumOff val="90000"/>
                      </a:schemeClr>
                    </a:solidFill>
                  </a:tcPr>
                </a:tc>
                <a:tc>
                  <a:txBody>
                    <a:bodyPr/>
                    <a:lstStyle/>
                    <a:p>
                      <a:endParaRPr kumimoji="1" lang="ja-JP" altLang="en-US"/>
                    </a:p>
                  </a:txBody>
                  <a:tcPr>
                    <a:solidFill>
                      <a:schemeClr val="tx2">
                        <a:lumMod val="10000"/>
                        <a:lumOff val="90000"/>
                      </a:schemeClr>
                    </a:solidFill>
                  </a:tcPr>
                </a:tc>
                <a:tc>
                  <a:txBody>
                    <a:bodyPr/>
                    <a:lstStyle/>
                    <a:p>
                      <a:endParaRPr kumimoji="1" lang="ja-JP" altLang="en-US" dirty="0"/>
                    </a:p>
                  </a:txBody>
                  <a:tcPr>
                    <a:solidFill>
                      <a:schemeClr val="tx2">
                        <a:lumMod val="10000"/>
                        <a:lumOff val="90000"/>
                      </a:schemeClr>
                    </a:solidFill>
                  </a:tcPr>
                </a:tc>
                <a:extLst>
                  <a:ext uri="{0D108BD9-81ED-4DB2-BD59-A6C34878D82A}">
                    <a16:rowId xmlns:a16="http://schemas.microsoft.com/office/drawing/2014/main" val="1779324953"/>
                  </a:ext>
                </a:extLst>
              </a:tr>
              <a:tr h="370840">
                <a:tc>
                  <a:txBody>
                    <a:bodyPr/>
                    <a:lstStyle/>
                    <a:p>
                      <a:endParaRPr kumimoji="1" lang="ja-JP" altLang="en-US"/>
                    </a:p>
                  </a:txBody>
                  <a:tcPr>
                    <a:solidFill>
                      <a:schemeClr val="tx2">
                        <a:lumMod val="10000"/>
                        <a:lumOff val="90000"/>
                      </a:schemeClr>
                    </a:solidFill>
                  </a:tcPr>
                </a:tc>
                <a:tc>
                  <a:txBody>
                    <a:bodyPr/>
                    <a:lstStyle/>
                    <a:p>
                      <a:endParaRPr kumimoji="1" lang="ja-JP" altLang="en-US" dirty="0"/>
                    </a:p>
                  </a:txBody>
                  <a:tcPr>
                    <a:solidFill>
                      <a:schemeClr val="tx2">
                        <a:lumMod val="10000"/>
                        <a:lumOff val="90000"/>
                      </a:schemeClr>
                    </a:solidFill>
                  </a:tcPr>
                </a:tc>
                <a:tc>
                  <a:txBody>
                    <a:bodyPr/>
                    <a:lstStyle/>
                    <a:p>
                      <a:endParaRPr kumimoji="1" lang="ja-JP" altLang="en-US"/>
                    </a:p>
                  </a:txBody>
                  <a:tcPr>
                    <a:solidFill>
                      <a:schemeClr val="tx2">
                        <a:lumMod val="10000"/>
                        <a:lumOff val="90000"/>
                      </a:schemeClr>
                    </a:solidFill>
                  </a:tcPr>
                </a:tc>
                <a:tc>
                  <a:txBody>
                    <a:bodyPr/>
                    <a:lstStyle/>
                    <a:p>
                      <a:endParaRPr kumimoji="1" lang="ja-JP" altLang="en-US" dirty="0"/>
                    </a:p>
                  </a:txBody>
                  <a:tcPr>
                    <a:solidFill>
                      <a:schemeClr val="tx2">
                        <a:lumMod val="10000"/>
                        <a:lumOff val="90000"/>
                      </a:schemeClr>
                    </a:solidFill>
                  </a:tcPr>
                </a:tc>
                <a:extLst>
                  <a:ext uri="{0D108BD9-81ED-4DB2-BD59-A6C34878D82A}">
                    <a16:rowId xmlns:a16="http://schemas.microsoft.com/office/drawing/2014/main" val="3053553128"/>
                  </a:ext>
                </a:extLst>
              </a:tr>
              <a:tr h="370840">
                <a:tc>
                  <a:txBody>
                    <a:bodyPr/>
                    <a:lstStyle/>
                    <a:p>
                      <a:endParaRPr kumimoji="1" lang="ja-JP" altLang="en-US"/>
                    </a:p>
                  </a:txBody>
                  <a:tcPr>
                    <a:solidFill>
                      <a:schemeClr val="tx2">
                        <a:lumMod val="10000"/>
                        <a:lumOff val="90000"/>
                      </a:schemeClr>
                    </a:solidFill>
                  </a:tcPr>
                </a:tc>
                <a:tc>
                  <a:txBody>
                    <a:bodyPr/>
                    <a:lstStyle/>
                    <a:p>
                      <a:endParaRPr kumimoji="1" lang="ja-JP" altLang="en-US" dirty="0"/>
                    </a:p>
                  </a:txBody>
                  <a:tcPr>
                    <a:solidFill>
                      <a:schemeClr val="tx2">
                        <a:lumMod val="10000"/>
                        <a:lumOff val="90000"/>
                      </a:schemeClr>
                    </a:solidFill>
                  </a:tcPr>
                </a:tc>
                <a:tc>
                  <a:txBody>
                    <a:bodyPr/>
                    <a:lstStyle/>
                    <a:p>
                      <a:endParaRPr kumimoji="1" lang="ja-JP" altLang="en-US"/>
                    </a:p>
                  </a:txBody>
                  <a:tcPr>
                    <a:solidFill>
                      <a:schemeClr val="tx2">
                        <a:lumMod val="10000"/>
                        <a:lumOff val="90000"/>
                      </a:schemeClr>
                    </a:solidFill>
                  </a:tcPr>
                </a:tc>
                <a:tc>
                  <a:txBody>
                    <a:bodyPr/>
                    <a:lstStyle/>
                    <a:p>
                      <a:endParaRPr kumimoji="1" lang="ja-JP" altLang="en-US" dirty="0"/>
                    </a:p>
                  </a:txBody>
                  <a:tcPr>
                    <a:solidFill>
                      <a:schemeClr val="tx2">
                        <a:lumMod val="10000"/>
                        <a:lumOff val="90000"/>
                      </a:schemeClr>
                    </a:solidFill>
                  </a:tcPr>
                </a:tc>
                <a:extLst>
                  <a:ext uri="{0D108BD9-81ED-4DB2-BD59-A6C34878D82A}">
                    <a16:rowId xmlns:a16="http://schemas.microsoft.com/office/drawing/2014/main" val="2866121551"/>
                  </a:ext>
                </a:extLst>
              </a:tr>
              <a:tr h="370840">
                <a:tc>
                  <a:txBody>
                    <a:bodyPr/>
                    <a:lstStyle/>
                    <a:p>
                      <a:endParaRPr kumimoji="1" lang="ja-JP" altLang="en-US"/>
                    </a:p>
                  </a:txBody>
                  <a:tcPr>
                    <a:solidFill>
                      <a:schemeClr val="tx2">
                        <a:lumMod val="10000"/>
                        <a:lumOff val="90000"/>
                      </a:schemeClr>
                    </a:solidFill>
                  </a:tcPr>
                </a:tc>
                <a:tc>
                  <a:txBody>
                    <a:bodyPr/>
                    <a:lstStyle/>
                    <a:p>
                      <a:endParaRPr kumimoji="1" lang="ja-JP" altLang="en-US"/>
                    </a:p>
                  </a:txBody>
                  <a:tcPr>
                    <a:solidFill>
                      <a:schemeClr val="tx2">
                        <a:lumMod val="10000"/>
                        <a:lumOff val="90000"/>
                      </a:schemeClr>
                    </a:solidFill>
                  </a:tcPr>
                </a:tc>
                <a:tc>
                  <a:txBody>
                    <a:bodyPr/>
                    <a:lstStyle/>
                    <a:p>
                      <a:endParaRPr kumimoji="1" lang="ja-JP" altLang="en-US"/>
                    </a:p>
                  </a:txBody>
                  <a:tcPr>
                    <a:solidFill>
                      <a:schemeClr val="tx2">
                        <a:lumMod val="10000"/>
                        <a:lumOff val="90000"/>
                      </a:schemeClr>
                    </a:solidFill>
                  </a:tcPr>
                </a:tc>
                <a:tc>
                  <a:txBody>
                    <a:bodyPr/>
                    <a:lstStyle/>
                    <a:p>
                      <a:endParaRPr kumimoji="1" lang="ja-JP" altLang="en-US" dirty="0"/>
                    </a:p>
                  </a:txBody>
                  <a:tcPr>
                    <a:solidFill>
                      <a:schemeClr val="tx2">
                        <a:lumMod val="10000"/>
                        <a:lumOff val="90000"/>
                      </a:schemeClr>
                    </a:solidFill>
                  </a:tcPr>
                </a:tc>
                <a:extLst>
                  <a:ext uri="{0D108BD9-81ED-4DB2-BD59-A6C34878D82A}">
                    <a16:rowId xmlns:a16="http://schemas.microsoft.com/office/drawing/2014/main" val="1252148805"/>
                  </a:ext>
                </a:extLst>
              </a:tr>
              <a:tr h="370840">
                <a:tc>
                  <a:txBody>
                    <a:bodyPr/>
                    <a:lstStyle/>
                    <a:p>
                      <a:endParaRPr kumimoji="1" lang="ja-JP" altLang="en-US"/>
                    </a:p>
                  </a:txBody>
                  <a:tcPr>
                    <a:solidFill>
                      <a:schemeClr val="tx2">
                        <a:lumMod val="10000"/>
                        <a:lumOff val="90000"/>
                      </a:schemeClr>
                    </a:solidFill>
                  </a:tcPr>
                </a:tc>
                <a:tc>
                  <a:txBody>
                    <a:bodyPr/>
                    <a:lstStyle/>
                    <a:p>
                      <a:endParaRPr kumimoji="1" lang="ja-JP" altLang="en-US" dirty="0"/>
                    </a:p>
                  </a:txBody>
                  <a:tcPr>
                    <a:solidFill>
                      <a:schemeClr val="tx2">
                        <a:lumMod val="10000"/>
                        <a:lumOff val="90000"/>
                      </a:schemeClr>
                    </a:solidFill>
                  </a:tcPr>
                </a:tc>
                <a:tc>
                  <a:txBody>
                    <a:bodyPr/>
                    <a:lstStyle/>
                    <a:p>
                      <a:endParaRPr kumimoji="1" lang="ja-JP" altLang="en-US"/>
                    </a:p>
                  </a:txBody>
                  <a:tcPr>
                    <a:solidFill>
                      <a:schemeClr val="tx2">
                        <a:lumMod val="10000"/>
                        <a:lumOff val="90000"/>
                      </a:schemeClr>
                    </a:solidFill>
                  </a:tcPr>
                </a:tc>
                <a:tc>
                  <a:txBody>
                    <a:bodyPr/>
                    <a:lstStyle/>
                    <a:p>
                      <a:endParaRPr kumimoji="1" lang="ja-JP" altLang="en-US" dirty="0"/>
                    </a:p>
                  </a:txBody>
                  <a:tcPr>
                    <a:solidFill>
                      <a:schemeClr val="tx2">
                        <a:lumMod val="10000"/>
                        <a:lumOff val="90000"/>
                      </a:schemeClr>
                    </a:solidFill>
                  </a:tcPr>
                </a:tc>
                <a:extLst>
                  <a:ext uri="{0D108BD9-81ED-4DB2-BD59-A6C34878D82A}">
                    <a16:rowId xmlns:a16="http://schemas.microsoft.com/office/drawing/2014/main" val="4091444241"/>
                  </a:ext>
                </a:extLst>
              </a:tr>
              <a:tr h="370840">
                <a:tc>
                  <a:txBody>
                    <a:bodyPr/>
                    <a:lstStyle/>
                    <a:p>
                      <a:endParaRPr kumimoji="1" lang="ja-JP" altLang="en-US"/>
                    </a:p>
                  </a:txBody>
                  <a:tcPr>
                    <a:solidFill>
                      <a:schemeClr val="tx2">
                        <a:lumMod val="10000"/>
                        <a:lumOff val="90000"/>
                      </a:schemeClr>
                    </a:solidFill>
                  </a:tcPr>
                </a:tc>
                <a:tc>
                  <a:txBody>
                    <a:bodyPr/>
                    <a:lstStyle/>
                    <a:p>
                      <a:endParaRPr kumimoji="1" lang="ja-JP" altLang="en-US" dirty="0"/>
                    </a:p>
                  </a:txBody>
                  <a:tcPr>
                    <a:solidFill>
                      <a:schemeClr val="tx2">
                        <a:lumMod val="10000"/>
                        <a:lumOff val="90000"/>
                      </a:schemeClr>
                    </a:solidFill>
                  </a:tcPr>
                </a:tc>
                <a:tc>
                  <a:txBody>
                    <a:bodyPr/>
                    <a:lstStyle/>
                    <a:p>
                      <a:endParaRPr kumimoji="1" lang="ja-JP" altLang="en-US"/>
                    </a:p>
                  </a:txBody>
                  <a:tcPr>
                    <a:solidFill>
                      <a:schemeClr val="tx2">
                        <a:lumMod val="10000"/>
                        <a:lumOff val="90000"/>
                      </a:schemeClr>
                    </a:solidFill>
                  </a:tcPr>
                </a:tc>
                <a:tc>
                  <a:txBody>
                    <a:bodyPr/>
                    <a:lstStyle/>
                    <a:p>
                      <a:endParaRPr kumimoji="1" lang="ja-JP" altLang="en-US" dirty="0"/>
                    </a:p>
                  </a:txBody>
                  <a:tcPr>
                    <a:solidFill>
                      <a:schemeClr val="tx2">
                        <a:lumMod val="10000"/>
                        <a:lumOff val="90000"/>
                      </a:schemeClr>
                    </a:solidFill>
                  </a:tcPr>
                </a:tc>
                <a:extLst>
                  <a:ext uri="{0D108BD9-81ED-4DB2-BD59-A6C34878D82A}">
                    <a16:rowId xmlns:a16="http://schemas.microsoft.com/office/drawing/2014/main" val="2628855096"/>
                  </a:ext>
                </a:extLst>
              </a:tr>
              <a:tr h="370840">
                <a:tc>
                  <a:txBody>
                    <a:bodyPr/>
                    <a:lstStyle/>
                    <a:p>
                      <a:endParaRPr kumimoji="1" lang="ja-JP" altLang="en-US"/>
                    </a:p>
                  </a:txBody>
                  <a:tcPr>
                    <a:solidFill>
                      <a:schemeClr val="tx2">
                        <a:lumMod val="10000"/>
                        <a:lumOff val="90000"/>
                      </a:schemeClr>
                    </a:solidFill>
                  </a:tcPr>
                </a:tc>
                <a:tc>
                  <a:txBody>
                    <a:bodyPr/>
                    <a:lstStyle/>
                    <a:p>
                      <a:endParaRPr kumimoji="1" lang="ja-JP" altLang="en-US"/>
                    </a:p>
                  </a:txBody>
                  <a:tcPr>
                    <a:solidFill>
                      <a:schemeClr val="tx2">
                        <a:lumMod val="10000"/>
                        <a:lumOff val="90000"/>
                      </a:schemeClr>
                    </a:solidFill>
                  </a:tcPr>
                </a:tc>
                <a:tc>
                  <a:txBody>
                    <a:bodyPr/>
                    <a:lstStyle/>
                    <a:p>
                      <a:endParaRPr kumimoji="1" lang="ja-JP" altLang="en-US" dirty="0"/>
                    </a:p>
                  </a:txBody>
                  <a:tcPr>
                    <a:solidFill>
                      <a:schemeClr val="tx2">
                        <a:lumMod val="10000"/>
                        <a:lumOff val="90000"/>
                      </a:schemeClr>
                    </a:solidFill>
                  </a:tcPr>
                </a:tc>
                <a:tc>
                  <a:txBody>
                    <a:bodyPr/>
                    <a:lstStyle/>
                    <a:p>
                      <a:endParaRPr kumimoji="1" lang="ja-JP" altLang="en-US" dirty="0"/>
                    </a:p>
                  </a:txBody>
                  <a:tcPr>
                    <a:solidFill>
                      <a:schemeClr val="tx2">
                        <a:lumMod val="10000"/>
                        <a:lumOff val="90000"/>
                      </a:schemeClr>
                    </a:solidFill>
                  </a:tcPr>
                </a:tc>
                <a:extLst>
                  <a:ext uri="{0D108BD9-81ED-4DB2-BD59-A6C34878D82A}">
                    <a16:rowId xmlns:a16="http://schemas.microsoft.com/office/drawing/2014/main" val="3958804766"/>
                  </a:ext>
                </a:extLst>
              </a:tr>
              <a:tr h="370840">
                <a:tc>
                  <a:txBody>
                    <a:bodyPr/>
                    <a:lstStyle/>
                    <a:p>
                      <a:endParaRPr kumimoji="1" lang="ja-JP" altLang="en-US" dirty="0"/>
                    </a:p>
                  </a:txBody>
                  <a:tcPr>
                    <a:solidFill>
                      <a:schemeClr val="tx2">
                        <a:lumMod val="10000"/>
                        <a:lumOff val="90000"/>
                      </a:schemeClr>
                    </a:solidFill>
                  </a:tcPr>
                </a:tc>
                <a:tc>
                  <a:txBody>
                    <a:bodyPr/>
                    <a:lstStyle/>
                    <a:p>
                      <a:endParaRPr kumimoji="1" lang="ja-JP" altLang="en-US"/>
                    </a:p>
                  </a:txBody>
                  <a:tcPr>
                    <a:solidFill>
                      <a:schemeClr val="tx2">
                        <a:lumMod val="10000"/>
                        <a:lumOff val="90000"/>
                      </a:schemeClr>
                    </a:solidFill>
                  </a:tcPr>
                </a:tc>
                <a:tc>
                  <a:txBody>
                    <a:bodyPr/>
                    <a:lstStyle/>
                    <a:p>
                      <a:endParaRPr kumimoji="1" lang="ja-JP" altLang="en-US" dirty="0"/>
                    </a:p>
                  </a:txBody>
                  <a:tcPr>
                    <a:solidFill>
                      <a:schemeClr val="tx2">
                        <a:lumMod val="10000"/>
                        <a:lumOff val="90000"/>
                      </a:schemeClr>
                    </a:solidFill>
                  </a:tcPr>
                </a:tc>
                <a:tc>
                  <a:txBody>
                    <a:bodyPr/>
                    <a:lstStyle/>
                    <a:p>
                      <a:endParaRPr kumimoji="1" lang="ja-JP" altLang="en-US" dirty="0"/>
                    </a:p>
                  </a:txBody>
                  <a:tcPr>
                    <a:solidFill>
                      <a:schemeClr val="tx2">
                        <a:lumMod val="10000"/>
                        <a:lumOff val="90000"/>
                      </a:schemeClr>
                    </a:solidFill>
                  </a:tcPr>
                </a:tc>
                <a:extLst>
                  <a:ext uri="{0D108BD9-81ED-4DB2-BD59-A6C34878D82A}">
                    <a16:rowId xmlns:a16="http://schemas.microsoft.com/office/drawing/2014/main" val="4221746137"/>
                  </a:ext>
                </a:extLst>
              </a:tr>
            </a:tbl>
          </a:graphicData>
        </a:graphic>
      </p:graphicFrame>
    </p:spTree>
    <p:extLst>
      <p:ext uri="{BB962C8B-B14F-4D97-AF65-F5344CB8AC3E}">
        <p14:creationId xmlns:p14="http://schemas.microsoft.com/office/powerpoint/2010/main" val="40357783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153</Words>
  <Application>Microsoft Office PowerPoint</Application>
  <PresentationFormat>ワイド画面</PresentationFormat>
  <Paragraphs>27</Paragraphs>
  <Slides>5</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5</vt:i4>
      </vt:variant>
    </vt:vector>
  </HeadingPairs>
  <TitlesOfParts>
    <vt:vector size="9" baseType="lpstr">
      <vt:lpstr>游ゴシック</vt:lpstr>
      <vt:lpstr>游ゴシック Light</vt:lpstr>
      <vt:lpstr>Arial</vt:lpstr>
      <vt:lpstr>Office テーマ</vt:lpstr>
      <vt:lpstr>01_ファイル名検索バッチ</vt:lpstr>
      <vt:lpstr>１．バッチ起動</vt:lpstr>
      <vt:lpstr>２．検索処理</vt:lpstr>
      <vt:lpstr>３．「送る」登録</vt:lpstr>
      <vt:lpstr>修正履歴</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慶太 神部</dc:creator>
  <cp:lastModifiedBy>慶太 神部</cp:lastModifiedBy>
  <cp:revision>10</cp:revision>
  <dcterms:created xsi:type="dcterms:W3CDTF">2026-01-01T07:21:41Z</dcterms:created>
  <dcterms:modified xsi:type="dcterms:W3CDTF">2026-01-14T15:03:20Z</dcterms:modified>
</cp:coreProperties>
</file>