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58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9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A42761-D11D-2BB3-44E9-B08DFD33B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AE9A7D4-ABF9-8559-B29B-CBE6DEC48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5E386C-2881-F625-34D1-40589C074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A80319-B4AE-D179-AFEB-34AD66DD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0772DD-30A0-3D95-B654-F6414D77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117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EB935-C354-0609-4704-F70215DD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CF1D24-4FF1-5ADA-09EF-39B934F8E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66F14B-2CAD-774C-32C3-FCF38AD82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0DAE8A-10D7-45AA-4A28-648EA962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030293-8B6F-C19A-FCCF-E13BAF38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68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82F889-571D-51EA-7C44-39D83BB34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8BB103-A006-5FA2-D7D0-1BDA97DBC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3D48A3-6F7A-2476-E4AE-31BC7724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A8E0F3-82D6-598D-50D3-B33BC2CA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E7FC9E-86D9-3DB1-D002-160BE3277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795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2DC866-26CB-D78F-E5EF-4703175A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CFE1B8-3FE5-8923-D0BD-017B43490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68AF939-CB21-BB48-B82E-0C31F94B4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70068B-FBDC-8FC7-2319-14E73E68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3F46FB-2124-0A9B-69D1-DABDDD03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AADC99-C5FD-E510-FEA4-5E834C93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61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9F9886-7954-3A14-E430-CD0152EE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44AC5C-E532-5C9D-999A-892A98FF0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328C19-30C6-B647-A86B-C2EACA44A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CA4959D-96A8-BCE2-E624-2D87D67A4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A2C316A-F71D-D801-9B70-4777FBA56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7F48562-BEB3-E0E8-B902-1988615D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5735BF7-2FC9-B2C5-97AE-4F113AA4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2B4C12F-DC79-FDD1-6900-7BCBD4A6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96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A34CC4-EF2E-41F3-0AB2-0D108115B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03054B-8E19-E50B-C0E5-D4C5D949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E13BDA7-AF9F-3B19-024D-EFC3C27E2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1E61915-F9C9-E1E3-7703-D1A80AA20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510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A2A8DA5-D899-4EDB-8AF7-89B47802E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4712C34-C1E6-D0E2-7D69-B13B4F43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F855FE-62A1-CD11-41CF-EEC845CB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765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1745B8-BB2D-1042-4AF2-CC7F9A88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4BF68E-A47A-8F9F-9A04-7D44D2945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9CA042-8A1B-9381-793C-FE8B95115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F47CDD-C7AE-E347-7A92-8046662FF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E1837C-B78F-A42E-D762-6291FA24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2DB646-33D9-6C05-FAC8-C3592E7F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6756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B39926-6C8E-5621-2C50-CCABFD9C4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6B039B0-C9F8-806D-61C2-496FE4244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F8C028-1429-857B-9336-D21CA3F76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2875FB-C732-953E-30B9-2A847BFC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6B9B12-3A5D-04BB-4117-7E487F739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CC8011-D533-7379-651F-FC01C409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201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AEF52-1CEE-406A-F895-5DB84EEF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AB5FE7-8511-5780-3137-9A26AE3FC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115B27-1A51-8E32-98C0-D26DE089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FA3AAF-C189-A2F4-0034-1EF21361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1168CC-D9C2-BFF3-22C6-E76091D8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08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E1514B1-9C92-3826-5914-B6C0D4539B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2856B8-6BDC-7D65-528A-E692EBC5A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5295F5-3693-AA6D-FF14-FC30E05D5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40AF5-E3A3-100B-C20B-84D51C46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802EAE-1C15-71B1-3CA6-7EA543AC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1169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1D28151-A045-69BA-768E-72D73358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B29C10-CAF6-FD10-2381-8D1B2F311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F32E8D-E727-AE98-081C-EC5B8B91B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2DC08-93B6-4BA7-B72B-9701C000E1D5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B9958E-0CD6-6E00-52E0-9280B1D574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D90F87-C8B7-F51B-F010-3834EB35C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929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1E113C-70B2-6336-B451-08B13217E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46194"/>
          </a:xfrm>
        </p:spPr>
        <p:txBody>
          <a:bodyPr>
            <a:normAutofit/>
          </a:bodyPr>
          <a:lstStyle/>
          <a:p>
            <a:r>
              <a:rPr kumimoji="1" lang="en-US" altLang="ja-JP" sz="4400" b="1" dirty="0"/>
              <a:t>02_OracleDB</a:t>
            </a:r>
            <a:r>
              <a:rPr kumimoji="1" lang="ja-JP" altLang="en-US" sz="4400" b="1" dirty="0"/>
              <a:t>ユーザー選択バッチ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0590BF1-1D76-15D0-54DB-B12B8D228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76670"/>
            <a:ext cx="9144000" cy="3081130"/>
          </a:xfrm>
        </p:spPr>
        <p:txBody>
          <a:bodyPr/>
          <a:lstStyle/>
          <a:p>
            <a:r>
              <a:rPr kumimoji="1" lang="ja-JP" altLang="en-US" dirty="0"/>
              <a:t>簡易的な使い方に限り、次のページで解説します。</a:t>
            </a:r>
            <a:endParaRPr kumimoji="1" lang="en-US" altLang="ja-JP" dirty="0"/>
          </a:p>
          <a:p>
            <a:r>
              <a:rPr kumimoji="1" lang="ja-JP" altLang="en-US" dirty="0"/>
              <a:t>詳細は設計書、およびソースコードを参照。</a:t>
            </a:r>
          </a:p>
        </p:txBody>
      </p:sp>
    </p:spTree>
    <p:extLst>
      <p:ext uri="{BB962C8B-B14F-4D97-AF65-F5344CB8AC3E}">
        <p14:creationId xmlns:p14="http://schemas.microsoft.com/office/powerpoint/2010/main" val="420577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テキスト">
            <a:extLst>
              <a:ext uri="{FF2B5EF4-FFF2-40B4-BE49-F238E27FC236}">
                <a16:creationId xmlns:a16="http://schemas.microsoft.com/office/drawing/2014/main" id="{CC8B97E3-DD89-5636-26DD-7A30FF4F9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1022400"/>
            <a:ext cx="6480000" cy="435234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4FE576E-7A14-EB1F-555D-9D8565C88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kumimoji="1" lang="ja-JP" altLang="en-US" b="1" dirty="0"/>
              <a:t>１．バッチ起動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FB01E60-4723-2589-BB1E-600C2664FF1F}"/>
              </a:ext>
            </a:extLst>
          </p:cNvPr>
          <p:cNvSpPr txBox="1"/>
          <p:nvPr/>
        </p:nvSpPr>
        <p:spPr>
          <a:xfrm>
            <a:off x="7921486" y="1023730"/>
            <a:ext cx="38075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1)</a:t>
            </a:r>
            <a:r>
              <a:rPr lang="ja-JP" altLang="en-US" dirty="0"/>
              <a:t>ユーザー選択画面</a:t>
            </a:r>
            <a:endParaRPr lang="en-US" altLang="ja-JP" dirty="0"/>
          </a:p>
          <a:p>
            <a:r>
              <a:rPr kumimoji="1" lang="en-US" altLang="ja-JP" dirty="0" err="1"/>
              <a:t>OracleDB</a:t>
            </a:r>
            <a:r>
              <a:rPr kumimoji="1" lang="ja-JP" altLang="en-US" dirty="0"/>
              <a:t>のユーザ一覧が表示されます。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2)</a:t>
            </a:r>
            <a:r>
              <a:rPr kumimoji="1" lang="ja-JP" altLang="en-US" dirty="0"/>
              <a:t> ユーザ選択</a:t>
            </a:r>
            <a:endParaRPr kumimoji="1" lang="en-US" altLang="ja-JP" dirty="0"/>
          </a:p>
          <a:p>
            <a:r>
              <a:rPr kumimoji="1" lang="ja-JP" altLang="en-US" dirty="0"/>
              <a:t>ログインしたいユーザーを入力します。</a:t>
            </a:r>
            <a:endParaRPr kumimoji="1" lang="en-US" altLang="ja-JP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9BA356B-3EAA-78C1-C976-070080B8FB77}"/>
              </a:ext>
            </a:extLst>
          </p:cNvPr>
          <p:cNvSpPr/>
          <p:nvPr/>
        </p:nvSpPr>
        <p:spPr>
          <a:xfrm>
            <a:off x="838200" y="1391478"/>
            <a:ext cx="3535017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B232D70-0667-EAF1-3438-7A2694EF2DD6}"/>
              </a:ext>
            </a:extLst>
          </p:cNvPr>
          <p:cNvSpPr/>
          <p:nvPr/>
        </p:nvSpPr>
        <p:spPr>
          <a:xfrm>
            <a:off x="3442252" y="2625223"/>
            <a:ext cx="453887" cy="2584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43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C98D-FA16-D51B-7161-A7D55BE2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8CCB20B-6FF7-3F5A-C7DD-19896F6BE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1022400"/>
            <a:ext cx="6480000" cy="435234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40FA9A8-86B2-D2B1-A7BF-459DA193D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kumimoji="1" lang="ja-JP" altLang="en-US" b="1" dirty="0"/>
              <a:t>２</a:t>
            </a:r>
            <a:r>
              <a:rPr lang="ja-JP" altLang="en-US" b="1" dirty="0"/>
              <a:t>－１</a:t>
            </a:r>
            <a:r>
              <a:rPr kumimoji="1" lang="ja-JP" altLang="en-US" b="1" dirty="0"/>
              <a:t>．ログイン成功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49B3BB-BB3D-F984-94F6-7999E8D49CA0}"/>
              </a:ext>
            </a:extLst>
          </p:cNvPr>
          <p:cNvSpPr txBox="1"/>
          <p:nvPr/>
        </p:nvSpPr>
        <p:spPr>
          <a:xfrm>
            <a:off x="7921486" y="1023730"/>
            <a:ext cx="3807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1)</a:t>
            </a:r>
            <a:r>
              <a:rPr lang="ja-JP" altLang="en-US" dirty="0"/>
              <a:t> ログイン結果表示</a:t>
            </a:r>
            <a:endParaRPr lang="en-US" altLang="ja-JP" dirty="0"/>
          </a:p>
          <a:p>
            <a:r>
              <a:rPr lang="ja-JP" altLang="en-US" dirty="0"/>
              <a:t>ログイン結果が表示されます。</a:t>
            </a:r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2EF0BFA-816B-4FA0-9C52-2E6CD6696CCE}"/>
              </a:ext>
            </a:extLst>
          </p:cNvPr>
          <p:cNvSpPr/>
          <p:nvPr/>
        </p:nvSpPr>
        <p:spPr>
          <a:xfrm>
            <a:off x="838200" y="2811610"/>
            <a:ext cx="4538870" cy="1561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285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043E0-3B7E-43A5-8E97-B165B361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00FDAB6-6414-A728-9E46-886AF2A5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1022400"/>
            <a:ext cx="6480000" cy="435234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760FD5B-E096-6683-BECD-1203CC815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lang="ja-JP" altLang="en-US" b="1" dirty="0"/>
              <a:t>２－２</a:t>
            </a:r>
            <a:r>
              <a:rPr kumimoji="1" lang="ja-JP" altLang="en-US" b="1" dirty="0"/>
              <a:t>．</a:t>
            </a:r>
            <a:r>
              <a:rPr lang="ja-JP" altLang="en-US" b="1" dirty="0"/>
              <a:t>ログイン失敗</a:t>
            </a:r>
            <a:endParaRPr kumimoji="1" lang="ja-JP" altLang="en-US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39EB62B-39E9-C2DD-E08D-10CFB3AE9C6B}"/>
              </a:ext>
            </a:extLst>
          </p:cNvPr>
          <p:cNvSpPr txBox="1"/>
          <p:nvPr/>
        </p:nvSpPr>
        <p:spPr>
          <a:xfrm>
            <a:off x="7921486" y="1023730"/>
            <a:ext cx="38075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1) </a:t>
            </a:r>
            <a:r>
              <a:rPr lang="ja-JP" altLang="en-US" dirty="0"/>
              <a:t>結果表示</a:t>
            </a:r>
            <a:endParaRPr lang="en-US" altLang="ja-JP" dirty="0"/>
          </a:p>
          <a:p>
            <a:r>
              <a:rPr lang="en-US" altLang="ja-JP" dirty="0" err="1"/>
              <a:t>SQLPlus</a:t>
            </a:r>
            <a:r>
              <a:rPr lang="ja-JP" altLang="en-US" dirty="0"/>
              <a:t>コマンドを実行した結果が表示されます。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2)</a:t>
            </a:r>
            <a:r>
              <a:rPr kumimoji="1" lang="ja-JP" altLang="en-US" dirty="0"/>
              <a:t> 結果コード表示</a:t>
            </a:r>
            <a:endParaRPr kumimoji="1" lang="en-US" altLang="ja-JP" dirty="0"/>
          </a:p>
          <a:p>
            <a:r>
              <a:rPr kumimoji="1" lang="ja-JP" altLang="en-US" dirty="0"/>
              <a:t>ログインに使用したユーザと</a:t>
            </a:r>
            <a:r>
              <a:rPr kumimoji="1" lang="en-US" altLang="ja-JP" dirty="0" err="1"/>
              <a:t>SQLPlus</a:t>
            </a:r>
            <a:r>
              <a:rPr kumimoji="1" lang="ja-JP" altLang="en-US" dirty="0"/>
              <a:t>コマンドの戻り値が表示されます。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en-US" altLang="ja-JP" dirty="0"/>
              <a:t>※</a:t>
            </a:r>
            <a:r>
              <a:rPr lang="ja-JP" altLang="en-US" dirty="0"/>
              <a:t>左の画面は環境変数</a:t>
            </a:r>
            <a:r>
              <a:rPr lang="en-US" altLang="ja-JP" dirty="0"/>
              <a:t>Path</a:t>
            </a:r>
            <a:r>
              <a:rPr lang="ja-JP" altLang="en-US" dirty="0"/>
              <a:t>の値を変更して</a:t>
            </a:r>
            <a:r>
              <a:rPr lang="en-US" altLang="ja-JP" dirty="0" err="1"/>
              <a:t>SQLPlus</a:t>
            </a:r>
            <a:r>
              <a:rPr lang="ja-JP" altLang="en-US" dirty="0"/>
              <a:t>未インストールの環境を疑似的に再現した状態のもの。実際に未インストールの環境でのテストは行えていない。</a:t>
            </a:r>
            <a:endParaRPr kumimoji="1" lang="en-US" altLang="ja-JP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1D8AE73-25D5-54E7-F1E5-1F67E7AEA03B}"/>
              </a:ext>
            </a:extLst>
          </p:cNvPr>
          <p:cNvSpPr/>
          <p:nvPr/>
        </p:nvSpPr>
        <p:spPr>
          <a:xfrm>
            <a:off x="838200" y="2649163"/>
            <a:ext cx="4528930" cy="527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E5ECC02-C198-6D5D-C355-6A72A498A5DA}"/>
              </a:ext>
            </a:extLst>
          </p:cNvPr>
          <p:cNvSpPr/>
          <p:nvPr/>
        </p:nvSpPr>
        <p:spPr>
          <a:xfrm>
            <a:off x="838200" y="3176919"/>
            <a:ext cx="3475383" cy="381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820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8A7BA7-A2E7-4D0E-D3FC-4CAAF1275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727"/>
          </a:xfrm>
        </p:spPr>
        <p:txBody>
          <a:bodyPr>
            <a:normAutofit fontScale="90000"/>
          </a:bodyPr>
          <a:lstStyle/>
          <a:p>
            <a:r>
              <a:rPr kumimoji="1" lang="ja-JP" altLang="en-US" b="1" dirty="0"/>
              <a:t>修正履歴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FD583DED-C3A2-3FC6-48E1-AF47336A7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876005"/>
              </p:ext>
            </p:extLst>
          </p:nvPr>
        </p:nvGraphicFramePr>
        <p:xfrm>
          <a:off x="958573" y="1147049"/>
          <a:ext cx="81280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375">
                  <a:extLst>
                    <a:ext uri="{9D8B030D-6E8A-4147-A177-3AD203B41FA5}">
                      <a16:colId xmlns:a16="http://schemas.microsoft.com/office/drawing/2014/main" val="3114847405"/>
                    </a:ext>
                  </a:extLst>
                </a:gridCol>
                <a:gridCol w="3498574">
                  <a:extLst>
                    <a:ext uri="{9D8B030D-6E8A-4147-A177-3AD203B41FA5}">
                      <a16:colId xmlns:a16="http://schemas.microsoft.com/office/drawing/2014/main" val="3718914742"/>
                    </a:ext>
                  </a:extLst>
                </a:gridCol>
                <a:gridCol w="1588051">
                  <a:extLst>
                    <a:ext uri="{9D8B030D-6E8A-4147-A177-3AD203B41FA5}">
                      <a16:colId xmlns:a16="http://schemas.microsoft.com/office/drawing/2014/main" val="23982771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58163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修正内容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修正日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工数</a:t>
                      </a:r>
                      <a:r>
                        <a:rPr kumimoji="1" lang="en-US" altLang="ja-JP" dirty="0"/>
                        <a:t>(h)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96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1.0.0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新規作成。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簡易的な使い方のみ記載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2026/01/01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0.5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9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236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91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973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009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32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553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121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14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4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855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80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746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7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168</Words>
  <Application>Microsoft Office PowerPoint</Application>
  <PresentationFormat>ワイド画面</PresentationFormat>
  <Paragraphs>30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02_OracleDBユーザー選択バッチ</vt:lpstr>
      <vt:lpstr>１．バッチ起動</vt:lpstr>
      <vt:lpstr>２－１．ログイン成功</vt:lpstr>
      <vt:lpstr>２－２．ログイン失敗</vt:lpstr>
      <vt:lpstr>修正履歴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慶太 神部</dc:creator>
  <cp:lastModifiedBy>慶太 神部</cp:lastModifiedBy>
  <cp:revision>17</cp:revision>
  <dcterms:created xsi:type="dcterms:W3CDTF">2026-01-01T07:21:41Z</dcterms:created>
  <dcterms:modified xsi:type="dcterms:W3CDTF">2026-01-01T09:01:57Z</dcterms:modified>
</cp:coreProperties>
</file>