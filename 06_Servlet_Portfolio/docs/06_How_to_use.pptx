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61" r:id="rId5"/>
    <p:sldId id="263" r:id="rId6"/>
    <p:sldId id="258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6" d="100"/>
          <a:sy n="96" d="100"/>
        </p:scale>
        <p:origin x="39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A42761-D11D-2BB3-44E9-B08DFD33BA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AE9A7D4-ABF9-8559-B29B-CBE6DEC480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5E386C-2881-F625-34D1-40589C074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A80319-B4AE-D179-AFEB-34AD66DD1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80772DD-30A0-3D95-B654-F6414D77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6117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3EB935-C354-0609-4704-F70215DDDC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ACF1D24-4FF1-5ADA-09EF-39B934F8E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D66F14B-2CAD-774C-32C3-FCF38AD82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0DAE8A-10D7-45AA-4A28-648EA962E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F030293-8B6F-C19A-FCCF-E13BAF380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68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82F889-571D-51EA-7C44-39D83BB34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48BB103-A006-5FA2-D7D0-1BDA97DBC8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3D48A3-6F7A-2476-E4AE-31BC772438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A8E0F3-82D6-598D-50D3-B33BC2CA8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4E7FC9E-86D9-3DB1-D002-160BE3277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60795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2DC866-26CB-D78F-E5EF-4703175A2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FCFE1B8-3FE5-8923-D0BD-017B43490C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68AF939-CB21-BB48-B82E-0C31F94B4D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D70068B-FBDC-8FC7-2319-14E73E68D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33F46FB-2124-0A9B-69D1-DABDDD03C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3AADC99-C5FD-E510-FEA4-5E834C931C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5617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9F9886-7954-3A14-E430-CD0152EEC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644AC5C-E532-5C9D-999A-892A98FF0B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9328C19-30C6-B647-A86B-C2EACA44A6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CA4959D-96A8-BCE2-E624-2D87D67A43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A2C316A-F71D-D801-9B70-4777FBA566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57F48562-BEB3-E0E8-B902-1988615DA5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5735BF7-2FC9-B2C5-97AE-4F113AA47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52B4C12F-DC79-FDD1-6900-7BCBD4A64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34960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7A34CC4-EF2E-41F3-0AB2-0D108115B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F03054B-8E19-E50B-C0E5-D4C5D949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2E13BDA7-AF9F-3B19-024D-EFC3C27E2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21E61915-F9C9-E1E3-7703-D1A80AA20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5107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A2A8DA5-D899-4EDB-8AF7-89B47802E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4712C34-C1E6-D0E2-7D69-B13B4F432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EF855FE-62A1-CD11-41CF-EEC845CB9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87655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1745B8-BB2D-1042-4AF2-CC7F9A889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4BF68E-A47A-8F9F-9A04-7D44D2945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89CA042-8A1B-9381-793C-FE8B95115B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BF47CDD-C7AE-E347-7A92-8046662FF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AE1837C-B78F-A42E-D762-6291FA24E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D02DB646-33D9-6C05-FAC8-C3592E7FD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76756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B39926-6C8E-5621-2C50-CCABFD9C4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96B039B0-C9F8-806D-61C2-496FE4244D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3F8C028-1429-857B-9336-D21CA3F76B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F2875FB-C732-953E-30B9-2A847BFC0C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26B9B12-3A5D-04BB-4117-7E487F739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2CC8011-D533-7379-651F-FC01C409D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2201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AAEF52-1CEE-406A-F895-5DB84EEF1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1AB5FE7-8511-5780-3137-9A26AE3FC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A115B27-1A51-8E32-98C0-D26DE0892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FFA3AAF-C189-A2F4-0034-1EF213616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31168CC-D9C2-BFF3-22C6-E76091D81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7081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E1514B1-9C92-3826-5914-B6C0D4539B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62856B8-6BDC-7D65-528A-E692EBC5AE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A5295F5-3693-AA6D-FF14-FC30E05D5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2DC08-93B6-4BA7-B72B-9701C000E1D5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440AF5-E3A3-100B-C20B-84D51C468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1802EAE-1C15-71B1-3CA6-7EA543AC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1169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01D28151-A045-69BA-768E-72D733585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B29C10-CAF6-FD10-2381-8D1B2F311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DF32E8D-E727-AE98-081C-EC5B8B91BE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42DC08-93B6-4BA7-B72B-9701C000E1D5}" type="datetimeFigureOut">
              <a:rPr kumimoji="1" lang="ja-JP" altLang="en-US" smtClean="0"/>
              <a:t>2026/3/3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2B9958E-0CD6-6E00-52E0-9280B1D574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D90F87-C8B7-F51B-F010-3834EB35C4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5052FC-8AC5-4006-B52E-1863E331CD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99291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91E113C-70B2-6336-B451-08B13217EB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746194"/>
          </a:xfrm>
        </p:spPr>
        <p:txBody>
          <a:bodyPr>
            <a:normAutofit/>
          </a:bodyPr>
          <a:lstStyle/>
          <a:p>
            <a:r>
              <a:rPr kumimoji="1" lang="en-US" altLang="ja-JP" sz="4400" b="1" dirty="0"/>
              <a:t>06_</a:t>
            </a:r>
            <a:r>
              <a:rPr kumimoji="1" lang="ja-JP" altLang="en-US" sz="4400" b="1" dirty="0"/>
              <a:t>ユーザー登録画面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0590BF1-1D76-15D0-54DB-B12B8D2281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176670"/>
            <a:ext cx="9144000" cy="3081130"/>
          </a:xfrm>
        </p:spPr>
        <p:txBody>
          <a:bodyPr/>
          <a:lstStyle/>
          <a:p>
            <a:r>
              <a:rPr kumimoji="1" lang="ja-JP" altLang="en-US" dirty="0"/>
              <a:t>簡易的な使い方に限り、次のページで解説します。</a:t>
            </a:r>
            <a:endParaRPr kumimoji="1" lang="en-US" altLang="ja-JP" dirty="0"/>
          </a:p>
          <a:p>
            <a:r>
              <a:rPr kumimoji="1" lang="ja-JP" altLang="en-US" dirty="0"/>
              <a:t>詳細は設計書、およびソースコードを参照。</a:t>
            </a:r>
          </a:p>
        </p:txBody>
      </p:sp>
    </p:spTree>
    <p:extLst>
      <p:ext uri="{BB962C8B-B14F-4D97-AF65-F5344CB8AC3E}">
        <p14:creationId xmlns:p14="http://schemas.microsoft.com/office/powerpoint/2010/main" val="42057785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DCD915D1-7FF2-0878-0348-6F84BB27C8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93" y="1011169"/>
            <a:ext cx="5496717" cy="540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4FE576E-7A14-EB1F-555D-9D8565C88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8605"/>
          </a:xfrm>
        </p:spPr>
        <p:txBody>
          <a:bodyPr>
            <a:normAutofit fontScale="90000"/>
          </a:bodyPr>
          <a:lstStyle/>
          <a:p>
            <a:r>
              <a:rPr kumimoji="1" lang="ja-JP" altLang="en-US" b="1" dirty="0"/>
              <a:t>１．ユーザー登録画面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FB01E60-4723-2589-BB1E-600C2664FF1F}"/>
              </a:ext>
            </a:extLst>
          </p:cNvPr>
          <p:cNvSpPr txBox="1"/>
          <p:nvPr/>
        </p:nvSpPr>
        <p:spPr>
          <a:xfrm>
            <a:off x="7921486" y="1023730"/>
            <a:ext cx="380759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1)</a:t>
            </a:r>
            <a:r>
              <a:rPr lang="ja-JP" altLang="en-US" dirty="0"/>
              <a:t>ユーザー情報を入力します。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2)</a:t>
            </a:r>
            <a:r>
              <a:rPr lang="ja-JP" altLang="en-US" dirty="0"/>
              <a:t> 「送信する」を押します。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904438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CFC98D-FA16-D51B-7161-A7D55BE24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図 4">
            <a:extLst>
              <a:ext uri="{FF2B5EF4-FFF2-40B4-BE49-F238E27FC236}">
                <a16:creationId xmlns:a16="http://schemas.microsoft.com/office/drawing/2014/main" id="{1EDB418D-92CD-26C5-4AE4-2CB13341BE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22401"/>
            <a:ext cx="5400000" cy="1246765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340FA9A8-86B2-D2B1-A7BF-459DA193D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8605"/>
          </a:xfrm>
        </p:spPr>
        <p:txBody>
          <a:bodyPr>
            <a:normAutofit fontScale="90000"/>
          </a:bodyPr>
          <a:lstStyle/>
          <a:p>
            <a:r>
              <a:rPr kumimoji="1" lang="ja-JP" altLang="en-US" b="1" dirty="0"/>
              <a:t>２．ユーザー登録成功画面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C49B3BB-BB3D-F984-94F6-7999E8D49CA0}"/>
              </a:ext>
            </a:extLst>
          </p:cNvPr>
          <p:cNvSpPr txBox="1"/>
          <p:nvPr/>
        </p:nvSpPr>
        <p:spPr>
          <a:xfrm>
            <a:off x="7921486" y="1023730"/>
            <a:ext cx="38075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1)</a:t>
            </a:r>
            <a:r>
              <a:rPr lang="ja-JP" altLang="en-US" dirty="0"/>
              <a:t>登録に成功した画面です。</a:t>
            </a:r>
            <a:endParaRPr lang="en-US" altLang="ja-JP" dirty="0"/>
          </a:p>
          <a:p>
            <a:endParaRPr kumimoji="1" lang="en-US" altLang="ja-JP" dirty="0"/>
          </a:p>
          <a:p>
            <a:r>
              <a:rPr lang="en-US" altLang="ja-JP" dirty="0"/>
              <a:t>2)</a:t>
            </a:r>
            <a:r>
              <a:rPr lang="ja-JP" altLang="en-US" dirty="0"/>
              <a:t>登録画面に戻る場合、「戻る」を押します。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228500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043E0-3B7E-43A5-8E97-B165B3611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0DBF3DE3-12F3-49BE-1336-69ABC05B58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51" y="983973"/>
            <a:ext cx="4661125" cy="540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D760FD5B-E096-6683-BECD-1203CC815A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8605"/>
          </a:xfrm>
        </p:spPr>
        <p:txBody>
          <a:bodyPr>
            <a:normAutofit fontScale="90000"/>
          </a:bodyPr>
          <a:lstStyle/>
          <a:p>
            <a:r>
              <a:rPr lang="ja-JP" altLang="en-US" b="1" dirty="0"/>
              <a:t>３</a:t>
            </a:r>
            <a:r>
              <a:rPr kumimoji="1" lang="ja-JP" altLang="en-US" b="1" dirty="0"/>
              <a:t>．</a:t>
            </a:r>
            <a:r>
              <a:rPr lang="ja-JP" altLang="en-US" b="1" dirty="0"/>
              <a:t>未入力時のエラーハンドリング</a:t>
            </a:r>
            <a:endParaRPr kumimoji="1" lang="ja-JP" altLang="en-US" b="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39EB62B-39E9-C2DD-E08D-10CFB3AE9C6B}"/>
              </a:ext>
            </a:extLst>
          </p:cNvPr>
          <p:cNvSpPr txBox="1"/>
          <p:nvPr/>
        </p:nvSpPr>
        <p:spPr>
          <a:xfrm>
            <a:off x="7921486" y="1023730"/>
            <a:ext cx="38075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1)</a:t>
            </a:r>
            <a:r>
              <a:rPr lang="ja-JP" altLang="en-US" dirty="0"/>
              <a:t>未入力時</a:t>
            </a:r>
            <a:endParaRPr lang="en-US" altLang="ja-JP" dirty="0"/>
          </a:p>
          <a:p>
            <a:r>
              <a:rPr lang="ja-JP" altLang="en-US" dirty="0"/>
              <a:t>入力項目が未入力の場合、該当する項目の未入力メッセージを表示します。</a:t>
            </a:r>
            <a:endParaRPr lang="en-US" altLang="ja-JP" dirty="0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1D8AE73-25D5-54E7-F1E5-1F67E7AEA03B}"/>
              </a:ext>
            </a:extLst>
          </p:cNvPr>
          <p:cNvSpPr/>
          <p:nvPr/>
        </p:nvSpPr>
        <p:spPr>
          <a:xfrm>
            <a:off x="964097" y="1977888"/>
            <a:ext cx="2584174" cy="8448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30820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86EC13-869C-BC5E-4855-B5A1B5B23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図 3">
            <a:extLst>
              <a:ext uri="{FF2B5EF4-FFF2-40B4-BE49-F238E27FC236}">
                <a16:creationId xmlns:a16="http://schemas.microsoft.com/office/drawing/2014/main" id="{1CDF2231-A072-F6BF-8CED-CD6290FA48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942501"/>
            <a:ext cx="5105042" cy="5400000"/>
          </a:xfrm>
          <a:prstGeom prst="rect">
            <a:avLst/>
          </a:prstGeom>
        </p:spPr>
      </p:pic>
      <p:sp>
        <p:nvSpPr>
          <p:cNvPr id="2" name="タイトル 1">
            <a:extLst>
              <a:ext uri="{FF2B5EF4-FFF2-40B4-BE49-F238E27FC236}">
                <a16:creationId xmlns:a16="http://schemas.microsoft.com/office/drawing/2014/main" id="{ECC35F8F-C4E9-E9A0-C445-A37B4A0A9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58605"/>
          </a:xfrm>
        </p:spPr>
        <p:txBody>
          <a:bodyPr>
            <a:normAutofit fontScale="90000"/>
          </a:bodyPr>
          <a:lstStyle/>
          <a:p>
            <a:r>
              <a:rPr kumimoji="1" lang="ja-JP" altLang="en-US" b="1" dirty="0"/>
              <a:t>４．</a:t>
            </a:r>
            <a:r>
              <a:rPr lang="ja-JP" altLang="en-US" b="1" dirty="0"/>
              <a:t>パスワード比較</a:t>
            </a:r>
            <a:endParaRPr kumimoji="1" lang="ja-JP" altLang="en-US" b="1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FA20F1B-5EAE-A515-16A7-6E4C3E59689C}"/>
              </a:ext>
            </a:extLst>
          </p:cNvPr>
          <p:cNvSpPr txBox="1"/>
          <p:nvPr/>
        </p:nvSpPr>
        <p:spPr>
          <a:xfrm>
            <a:off x="7921486" y="1023730"/>
            <a:ext cx="38075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1)</a:t>
            </a:r>
            <a:r>
              <a:rPr lang="ja-JP" altLang="en-US" dirty="0"/>
              <a:t>パスワード不一致</a:t>
            </a:r>
            <a:endParaRPr lang="en-US" altLang="ja-JP" dirty="0"/>
          </a:p>
          <a:p>
            <a:r>
              <a:rPr kumimoji="1" lang="ja-JP" altLang="en-US" dirty="0"/>
              <a:t>パスワードと確認用パスワードの値が不一致のときにエラーを表示します。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247684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8A7BA7-A2E7-4D0E-D3FC-4CAAF1275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38727"/>
          </a:xfrm>
        </p:spPr>
        <p:txBody>
          <a:bodyPr>
            <a:normAutofit fontScale="90000"/>
          </a:bodyPr>
          <a:lstStyle/>
          <a:p>
            <a:r>
              <a:rPr kumimoji="1" lang="ja-JP" altLang="en-US" b="1" dirty="0"/>
              <a:t>修正履歴</a:t>
            </a:r>
          </a:p>
        </p:txBody>
      </p:sp>
      <p:graphicFrame>
        <p:nvGraphicFramePr>
          <p:cNvPr id="4" name="表 3">
            <a:extLst>
              <a:ext uri="{FF2B5EF4-FFF2-40B4-BE49-F238E27FC236}">
                <a16:creationId xmlns:a16="http://schemas.microsoft.com/office/drawing/2014/main" id="{FD583DED-C3A2-3FC6-48E1-AF47336A7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662022"/>
              </p:ext>
            </p:extLst>
          </p:nvPr>
        </p:nvGraphicFramePr>
        <p:xfrm>
          <a:off x="958573" y="1147049"/>
          <a:ext cx="8128000" cy="546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9375">
                  <a:extLst>
                    <a:ext uri="{9D8B030D-6E8A-4147-A177-3AD203B41FA5}">
                      <a16:colId xmlns:a16="http://schemas.microsoft.com/office/drawing/2014/main" val="3114847405"/>
                    </a:ext>
                  </a:extLst>
                </a:gridCol>
                <a:gridCol w="3498574">
                  <a:extLst>
                    <a:ext uri="{9D8B030D-6E8A-4147-A177-3AD203B41FA5}">
                      <a16:colId xmlns:a16="http://schemas.microsoft.com/office/drawing/2014/main" val="3718914742"/>
                    </a:ext>
                  </a:extLst>
                </a:gridCol>
                <a:gridCol w="1588051">
                  <a:extLst>
                    <a:ext uri="{9D8B030D-6E8A-4147-A177-3AD203B41FA5}">
                      <a16:colId xmlns:a16="http://schemas.microsoft.com/office/drawing/2014/main" val="23982771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2581633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Ver</a:t>
                      </a:r>
                      <a:endParaRPr kumimoji="1" lang="ja-JP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修正内容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修正日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工数</a:t>
                      </a:r>
                      <a:r>
                        <a:rPr kumimoji="1" lang="en-US" altLang="ja-JP" dirty="0"/>
                        <a:t>(h)</a:t>
                      </a:r>
                      <a:endParaRPr kumimoji="1" lang="ja-JP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8096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1.0.0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ja-JP" altLang="en-US" dirty="0"/>
                        <a:t>新規作成。</a:t>
                      </a:r>
                      <a:endParaRPr kumimoji="1" lang="en-US" altLang="ja-JP" dirty="0"/>
                    </a:p>
                    <a:p>
                      <a:r>
                        <a:rPr kumimoji="1" lang="ja-JP" altLang="en-US" dirty="0"/>
                        <a:t>簡易的な使い方のみ記載</a:t>
                      </a:r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2026/03/03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kumimoji="1" lang="en-US" altLang="ja-JP" dirty="0"/>
                        <a:t>8</a:t>
                      </a:r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9085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82367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59154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59737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3009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324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53553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61215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2148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14442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88550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8804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kumimoji="1" lang="ja-JP" altLang="en-US" dirty="0"/>
                    </a:p>
                  </a:txBody>
                  <a:tcPr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17461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3577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151</Words>
  <Application>Microsoft Office PowerPoint</Application>
  <PresentationFormat>ワイド画面</PresentationFormat>
  <Paragraphs>27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06_ユーザー登録画面</vt:lpstr>
      <vt:lpstr>１．ユーザー登録画面</vt:lpstr>
      <vt:lpstr>２．ユーザー登録成功画面</vt:lpstr>
      <vt:lpstr>３．未入力時のエラーハンドリング</vt:lpstr>
      <vt:lpstr>４．パスワード比較</vt:lpstr>
      <vt:lpstr>修正履歴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慶太 神部</dc:creator>
  <cp:lastModifiedBy>慶太 神部</cp:lastModifiedBy>
  <cp:revision>23</cp:revision>
  <dcterms:created xsi:type="dcterms:W3CDTF">2026-01-01T07:21:41Z</dcterms:created>
  <dcterms:modified xsi:type="dcterms:W3CDTF">2026-03-03T12:39:49Z</dcterms:modified>
</cp:coreProperties>
</file>